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5"/>
    <p:sldMasterId id="2147483713" r:id="rId6"/>
    <p:sldMasterId id="214748371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</p:sldIdLst>
  <p:sldSz cy="5143500" cx="9144000"/>
  <p:notesSz cx="6858000" cy="9144000"/>
  <p:embeddedFontLst>
    <p:embeddedFont>
      <p:font typeface="Lexend SemiBold"/>
      <p:regular r:id="rId56"/>
      <p:bold r:id="rId57"/>
    </p:embeddedFont>
    <p:embeddedFont>
      <p:font typeface="Montserrat SemiBold"/>
      <p:regular r:id="rId58"/>
      <p:bold r:id="rId59"/>
      <p:italic r:id="rId60"/>
      <p:boldItalic r:id="rId61"/>
    </p:embeddedFont>
    <p:embeddedFont>
      <p:font typeface="Nunito"/>
      <p:regular r:id="rId62"/>
      <p:bold r:id="rId63"/>
      <p:italic r:id="rId64"/>
      <p:boldItalic r:id="rId65"/>
    </p:embeddedFont>
    <p:embeddedFont>
      <p:font typeface="Montserrat"/>
      <p:regular r:id="rId66"/>
      <p:bold r:id="rId67"/>
      <p:italic r:id="rId68"/>
      <p:boldItalic r:id="rId69"/>
    </p:embeddedFont>
    <p:embeddedFont>
      <p:font typeface="Nunito ExtraBold"/>
      <p:bold r:id="rId70"/>
      <p:boldItalic r:id="rId71"/>
    </p:embeddedFont>
    <p:embeddedFont>
      <p:font typeface="Nunito Medium"/>
      <p:regular r:id="rId72"/>
      <p:bold r:id="rId73"/>
      <p:italic r:id="rId74"/>
      <p:boldItalic r:id="rId75"/>
    </p:embeddedFont>
    <p:embeddedFont>
      <p:font typeface="Nunito Black"/>
      <p:bold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92B2B0-5E53-45F1-8D03-B055512A1B91}">
  <a:tblStyle styleId="{EE92B2B0-5E53-45F1-8D03-B055512A1B9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16C74A99-A904-4A6D-B2C8-F978CACCC1F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28EC6EC-9115-40D4-A608-24F49C3C5A9B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56082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156082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15608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156082"/>
          </a:solidFill>
        </a:fill>
      </a:tcStyle>
    </a:firstRow>
    <a:neCell>
      <a:tcTxStyle/>
    </a:neCell>
    <a:nwCell>
      <a:tcTxStyle/>
    </a:nwCell>
  </a:tblStyle>
  <a:tblStyle styleId="{D9114FF2-5FDB-4E9E-B8EF-CF93E602EDC2}" styleName="Table_3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font" Target="fonts/NunitoMedium-bold.fntdata"/><Relationship Id="rId72" Type="http://schemas.openxmlformats.org/officeDocument/2006/relationships/font" Target="fonts/NunitoMedium-regular.fntdata"/><Relationship Id="rId31" Type="http://schemas.openxmlformats.org/officeDocument/2006/relationships/slide" Target="slides/slide23.xml"/><Relationship Id="rId75" Type="http://schemas.openxmlformats.org/officeDocument/2006/relationships/font" Target="fonts/NunitoMedium-boldItalic.fntdata"/><Relationship Id="rId30" Type="http://schemas.openxmlformats.org/officeDocument/2006/relationships/slide" Target="slides/slide22.xml"/><Relationship Id="rId74" Type="http://schemas.openxmlformats.org/officeDocument/2006/relationships/font" Target="fonts/NunitoMedium-italic.fntdata"/><Relationship Id="rId33" Type="http://schemas.openxmlformats.org/officeDocument/2006/relationships/slide" Target="slides/slide25.xml"/><Relationship Id="rId77" Type="http://schemas.openxmlformats.org/officeDocument/2006/relationships/font" Target="fonts/NunitoBlack-boldItalic.fntdata"/><Relationship Id="rId32" Type="http://schemas.openxmlformats.org/officeDocument/2006/relationships/slide" Target="slides/slide24.xml"/><Relationship Id="rId76" Type="http://schemas.openxmlformats.org/officeDocument/2006/relationships/font" Target="fonts/NunitoBlack-bold.fntdata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71" Type="http://schemas.openxmlformats.org/officeDocument/2006/relationships/font" Target="fonts/NunitoExtraBold-boldItalic.fntdata"/><Relationship Id="rId70" Type="http://schemas.openxmlformats.org/officeDocument/2006/relationships/font" Target="fonts/NunitoExtraBold-bold.fntdata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font" Target="fonts/Nunito-regular.fntdata"/><Relationship Id="rId61" Type="http://schemas.openxmlformats.org/officeDocument/2006/relationships/font" Target="fonts/MontserratSemiBold-boldItalic.fntdata"/><Relationship Id="rId20" Type="http://schemas.openxmlformats.org/officeDocument/2006/relationships/slide" Target="slides/slide12.xml"/><Relationship Id="rId64" Type="http://schemas.openxmlformats.org/officeDocument/2006/relationships/font" Target="fonts/Nunito-italic.fntdata"/><Relationship Id="rId63" Type="http://schemas.openxmlformats.org/officeDocument/2006/relationships/font" Target="fonts/Nunito-bold.fntdata"/><Relationship Id="rId22" Type="http://schemas.openxmlformats.org/officeDocument/2006/relationships/slide" Target="slides/slide14.xml"/><Relationship Id="rId66" Type="http://schemas.openxmlformats.org/officeDocument/2006/relationships/font" Target="fonts/Montserrat-regular.fntdata"/><Relationship Id="rId21" Type="http://schemas.openxmlformats.org/officeDocument/2006/relationships/slide" Target="slides/slide13.xml"/><Relationship Id="rId65" Type="http://schemas.openxmlformats.org/officeDocument/2006/relationships/font" Target="fonts/Nunito-boldItalic.fntdata"/><Relationship Id="rId24" Type="http://schemas.openxmlformats.org/officeDocument/2006/relationships/slide" Target="slides/slide16.xml"/><Relationship Id="rId68" Type="http://schemas.openxmlformats.org/officeDocument/2006/relationships/font" Target="fonts/Montserrat-italic.fntdata"/><Relationship Id="rId23" Type="http://schemas.openxmlformats.org/officeDocument/2006/relationships/slide" Target="slides/slide15.xml"/><Relationship Id="rId67" Type="http://schemas.openxmlformats.org/officeDocument/2006/relationships/font" Target="fonts/Montserrat-bold.fntdata"/><Relationship Id="rId60" Type="http://schemas.openxmlformats.org/officeDocument/2006/relationships/font" Target="fonts/MontserratSemiBold-italic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Montserrat-bold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font" Target="fonts/LexendSemiBold-bold.fntdata"/><Relationship Id="rId12" Type="http://schemas.openxmlformats.org/officeDocument/2006/relationships/slide" Target="slides/slide4.xml"/><Relationship Id="rId56" Type="http://schemas.openxmlformats.org/officeDocument/2006/relationships/font" Target="fonts/LexendSemiBold-regular.fntdata"/><Relationship Id="rId15" Type="http://schemas.openxmlformats.org/officeDocument/2006/relationships/slide" Target="slides/slide7.xml"/><Relationship Id="rId59" Type="http://schemas.openxmlformats.org/officeDocument/2006/relationships/font" Target="fonts/MontserratSemiBold-bold.fntdata"/><Relationship Id="rId14" Type="http://schemas.openxmlformats.org/officeDocument/2006/relationships/slide" Target="slides/slide6.xml"/><Relationship Id="rId58" Type="http://schemas.openxmlformats.org/officeDocument/2006/relationships/font" Target="fonts/MontserratSemiBold-regular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409d61d55d2_6_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409d61d55d2_6_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409da3f6c15_28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409da3f6c15_28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409d61d55d2_4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409d61d55d2_4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409d61d55d2_4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409d61d55d2_4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409d61d55d2_6_1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409d61d55d2_6_1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409d61d55d2_6_1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409d61d55d2_6_1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409d61d55d2_6_1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409d61d55d2_6_1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409d61d55d2_6_1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409d61d55d2_6_1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409d61d55d2_6_1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409d61d55d2_6_1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409d61d55d2_6_1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409d61d55d2_6_1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409d61d55d2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409d61d55d2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409da3f6c15_2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409da3f6c15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409da3f6c15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g409da3f6c15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409da3f6c15_1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409da3f6c15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409d61d55d2_49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409d61d55d2_49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409d61d55d2_49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409d61d55d2_49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409d61d55d2_49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409d61d55d2_49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409d61d55d2_49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409d61d55d2_49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409d61d55d2_49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409d61d55d2_49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409d61d55d2_49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409d61d55d2_49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409d61d55d2_49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409d61d55d2_49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409d61d55d2_49_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409d61d55d2_49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409d61d55d2_49_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409d61d55d2_49_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409d61d55d2_49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409d61d55d2_49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409d61d55d2_49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409d61d55d2_49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409d61d55d2_49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409d61d55d2_49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g409d61d55d2_49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2" name="Google Shape;1462;g409d61d55d2_49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409d61d55d2_49_8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409d61d55d2_49_8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409d61d55d2_49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6" name="Google Shape;1586;g409d61d55d2_49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g409da3f6c15_5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8" name="Google Shape;1648;g409da3f6c15_5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9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Google Shape;1710;g409d61d55d2_49_1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1" name="Google Shape;1711;g409d61d55d2_49_1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2" name="Google Shape;1772;g409d61d55d2_49_10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3" name="Google Shape;1773;g409d61d55d2_49_10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3" name="Shape 1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4" name="Google Shape;1834;g409d61d55d2_49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5" name="Google Shape;1835;g409d61d55d2_49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g409d61d55d2_49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7" name="Google Shape;1897;g409d61d55d2_49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g409d61d55d2_49_1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" name="Google Shape;1959;g409d61d55d2_49_1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9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g409d61d55d2_49_1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1" name="Google Shape;2021;g409d61d55d2_49_1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g409d61d55d2_49_1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3" name="Google Shape;2083;g409d61d55d2_49_1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g409d61d55d2_49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5" name="Google Shape;2145;g409d61d55d2_49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g409d61d55d2_49_15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7" name="Google Shape;2207;g409d61d55d2_49_15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7" name="Shape 2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8" name="Google Shape;2268;g409d61d55d2_49_1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9" name="Google Shape;2269;g409d61d55d2_49_1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g409d61d55d2_49_1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1" name="Google Shape;2331;g409d61d55d2_49_1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1" name="Shape 2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2" name="Google Shape;2392;g409d61d55d2_49_1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3" name="Google Shape;2393;g409d61d55d2_49_1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3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g409d61d55d2_49_1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5" name="Google Shape;2455;g409d61d55d2_49_1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5" name="Shape 2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6" name="Google Shape;2516;g409d61d55d2_49_1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7" name="Google Shape;2517;g409d61d55d2_49_1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7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g409d61d55d2_49_18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9" name="Google Shape;2579;g409d61d55d2_49_1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9" name="Shape 2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0" name="Google Shape;2640;g409d61d55d2_49_1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1" name="Google Shape;2641;g409d61d55d2_49_1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1" name="Shape 2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Google Shape;2702;g409da3f6c15_0_40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03" name="Google Shape;2703;g409da3f6c15_0_4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2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952018" y="1432367"/>
            <a:ext cx="4878900" cy="1990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Montserrat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952018" y="3586685"/>
            <a:ext cx="46911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544100" y="234341"/>
            <a:ext cx="6565800" cy="55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000"/>
              <a:buFont typeface="Montserrat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544100" y="939998"/>
            <a:ext cx="7886700" cy="3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Blank">
  <p:cSld name="4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0"/>
          <p:cNvSpPr txBox="1"/>
          <p:nvPr>
            <p:ph type="ctrTitle"/>
          </p:nvPr>
        </p:nvSpPr>
        <p:spPr>
          <a:xfrm>
            <a:off x="2326510" y="781050"/>
            <a:ext cx="51162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Montserrat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20"/>
          <p:cNvSpPr txBox="1"/>
          <p:nvPr>
            <p:ph idx="1" type="subTitle"/>
          </p:nvPr>
        </p:nvSpPr>
        <p:spPr>
          <a:xfrm>
            <a:off x="2326510" y="2866468"/>
            <a:ext cx="4520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Montserrat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69" name="Google Shape;69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1" name="Google Shape;81;p23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3" name="Google Shape;83;p23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4" name="Google Shape;84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lank">
  <p:cSld name="3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Blank">
  <p:cSld name="5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Blank">
  <p:cSld name="6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Blank">
  <p:cSld name="7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Blank">
  <p:cSld name="8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Blank">
  <p:cSld name="9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Blank">
  <p:cSld name="10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Montserrat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3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99" name="Google Shape;99;p3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0" name="Google Shape;100;p3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3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2" name="Google Shape;102;p3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Montserrat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3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3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7" name="Google Shape;107;p3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3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3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3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3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3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3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ection">
  <p:cSld name="Title Section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5"/>
          <p:cNvSpPr txBox="1"/>
          <p:nvPr>
            <p:ph type="ctrTitle"/>
          </p:nvPr>
        </p:nvSpPr>
        <p:spPr>
          <a:xfrm>
            <a:off x="505364" y="188119"/>
            <a:ext cx="57684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  <a:defRPr b="1" sz="2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1" type="body"/>
          </p:nvPr>
        </p:nvSpPr>
        <p:spPr>
          <a:xfrm>
            <a:off x="504826" y="1130300"/>
            <a:ext cx="7458000" cy="3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6"/>
          <p:cNvSpPr txBox="1"/>
          <p:nvPr>
            <p:ph type="title"/>
          </p:nvPr>
        </p:nvSpPr>
        <p:spPr>
          <a:xfrm>
            <a:off x="2751500" y="3088700"/>
            <a:ext cx="36405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1" name="Google Shape;121;p36"/>
          <p:cNvSpPr txBox="1"/>
          <p:nvPr>
            <p:ph idx="1" type="subTitle"/>
          </p:nvPr>
        </p:nvSpPr>
        <p:spPr>
          <a:xfrm>
            <a:off x="837600" y="1522900"/>
            <a:ext cx="74688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7"/>
          <p:cNvPicPr preferRelativeResize="0"/>
          <p:nvPr/>
        </p:nvPicPr>
        <p:blipFill rotWithShape="1">
          <a:blip r:embed="rId2">
            <a:alphaModFix amt="15000"/>
          </a:blip>
          <a:srcRect b="-3220" l="0" r="0" t="3220"/>
          <a:stretch/>
        </p:blipFill>
        <p:spPr>
          <a:xfrm>
            <a:off x="0" y="-132049"/>
            <a:ext cx="9144001" cy="593156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7"/>
          <p:cNvSpPr txBox="1"/>
          <p:nvPr>
            <p:ph type="title"/>
          </p:nvPr>
        </p:nvSpPr>
        <p:spPr>
          <a:xfrm>
            <a:off x="612450" y="85670"/>
            <a:ext cx="8408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Nunito ExtraBold"/>
              <a:buNone/>
              <a:defRPr b="0" sz="3200">
                <a:solidFill>
                  <a:srgbClr val="666666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Nunito ExtraBold"/>
              <a:buNone/>
              <a:defRPr sz="3200">
                <a:solidFill>
                  <a:srgbClr val="666666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Nunito ExtraBold"/>
              <a:buNone/>
              <a:defRPr sz="3200">
                <a:solidFill>
                  <a:srgbClr val="666666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Nunito ExtraBold"/>
              <a:buNone/>
              <a:defRPr sz="3200">
                <a:solidFill>
                  <a:srgbClr val="666666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Nunito ExtraBold"/>
              <a:buNone/>
              <a:defRPr sz="3200">
                <a:solidFill>
                  <a:srgbClr val="666666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Nunito ExtraBold"/>
              <a:buNone/>
              <a:defRPr sz="3200">
                <a:solidFill>
                  <a:srgbClr val="666666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Nunito ExtraBold"/>
              <a:buNone/>
              <a:defRPr sz="3200">
                <a:solidFill>
                  <a:srgbClr val="666666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Nunito ExtraBold"/>
              <a:buNone/>
              <a:defRPr sz="3200">
                <a:solidFill>
                  <a:srgbClr val="666666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3200"/>
              <a:buFont typeface="Nunito ExtraBold"/>
              <a:buNone/>
              <a:defRPr sz="3200">
                <a:solidFill>
                  <a:srgbClr val="666666"/>
                </a:solidFill>
                <a:latin typeface="Nunito ExtraBold"/>
                <a:ea typeface="Nunito ExtraBold"/>
                <a:cs typeface="Nunito ExtraBold"/>
                <a:sym typeface="Nunito ExtraBold"/>
              </a:defRPr>
            </a:lvl9pPr>
          </a:lstStyle>
          <a:p/>
        </p:txBody>
      </p:sp>
      <p:sp>
        <p:nvSpPr>
          <p:cNvPr id="125" name="Google Shape;12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0" i="0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 1">
  <p:cSld name="TITLE_AND_BODY_2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8"/>
          <p:cNvSpPr txBox="1"/>
          <p:nvPr>
            <p:ph type="title"/>
          </p:nvPr>
        </p:nvSpPr>
        <p:spPr>
          <a:xfrm>
            <a:off x="311700" y="-651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400"/>
              <a:buFont typeface="Lexend SemiBold"/>
              <a:buNone/>
              <a:defRPr sz="1400">
                <a:solidFill>
                  <a:srgbClr val="134F5C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400"/>
              <a:buFont typeface="Lexend SemiBold"/>
              <a:buNone/>
              <a:defRPr sz="1400">
                <a:solidFill>
                  <a:srgbClr val="134F5C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400"/>
              <a:buFont typeface="Lexend SemiBold"/>
              <a:buNone/>
              <a:defRPr sz="1400">
                <a:solidFill>
                  <a:srgbClr val="134F5C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400"/>
              <a:buFont typeface="Lexend SemiBold"/>
              <a:buNone/>
              <a:defRPr sz="1400">
                <a:solidFill>
                  <a:srgbClr val="134F5C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400"/>
              <a:buFont typeface="Lexend SemiBold"/>
              <a:buNone/>
              <a:defRPr sz="1400">
                <a:solidFill>
                  <a:srgbClr val="134F5C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400"/>
              <a:buFont typeface="Lexend SemiBold"/>
              <a:buNone/>
              <a:defRPr sz="1400">
                <a:solidFill>
                  <a:srgbClr val="134F5C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400"/>
              <a:buFont typeface="Lexend SemiBold"/>
              <a:buNone/>
              <a:defRPr sz="1400">
                <a:solidFill>
                  <a:srgbClr val="134F5C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400"/>
              <a:buFont typeface="Lexend SemiBold"/>
              <a:buNone/>
              <a:defRPr sz="1400">
                <a:solidFill>
                  <a:srgbClr val="134F5C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34F5C"/>
              </a:buClr>
              <a:buSzPts val="1400"/>
              <a:buFont typeface="Lexend SemiBold"/>
              <a:buNone/>
              <a:defRPr sz="1400">
                <a:solidFill>
                  <a:srgbClr val="134F5C"/>
                </a:solidFill>
                <a:latin typeface="Lexend SemiBold"/>
                <a:ea typeface="Lexend SemiBold"/>
                <a:cs typeface="Lexend SemiBold"/>
                <a:sym typeface="Lexend SemiBold"/>
              </a:defRPr>
            </a:lvl9pPr>
          </a:lstStyle>
          <a:p/>
        </p:txBody>
      </p:sp>
      <p:sp>
        <p:nvSpPr>
          <p:cNvPr id="128" name="Google Shape;128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400"/>
            </a:lvl1pPr>
            <a:lvl2pPr lvl="1">
              <a:buNone/>
              <a:defRPr sz="1400"/>
            </a:lvl2pPr>
            <a:lvl3pPr lvl="2">
              <a:buNone/>
              <a:defRPr sz="1400"/>
            </a:lvl3pPr>
            <a:lvl4pPr lvl="3">
              <a:buNone/>
              <a:defRPr sz="1400"/>
            </a:lvl4pPr>
            <a:lvl5pPr lvl="4">
              <a:buNone/>
              <a:defRPr sz="1400"/>
            </a:lvl5pPr>
            <a:lvl6pPr lvl="5">
              <a:buNone/>
              <a:defRPr sz="1400"/>
            </a:lvl6pPr>
            <a:lvl7pPr lvl="6">
              <a:buNone/>
              <a:defRPr sz="1400"/>
            </a:lvl7pPr>
            <a:lvl8pPr lvl="7">
              <a:buNone/>
              <a:defRPr sz="1400"/>
            </a:lvl8pPr>
            <a:lvl9pPr lvl="8">
              <a:buNone/>
              <a:defRPr sz="14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01">
  <p:cSld name="Thank You 0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9"/>
          <p:cNvSpPr/>
          <p:nvPr>
            <p:ph idx="2" type="pic"/>
          </p:nvPr>
        </p:nvSpPr>
        <p:spPr>
          <a:xfrm>
            <a:off x="1042557" y="540737"/>
            <a:ext cx="3135300" cy="406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4" name="Google Shape;13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1" name="Google Shape;141;p4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>
              <a:spcBef>
                <a:spcPts val="800"/>
              </a:spcBef>
              <a:spcAft>
                <a:spcPts val="0"/>
              </a:spcAft>
              <a:buSzPts val="1200"/>
              <a:buChar char="•"/>
              <a:defRPr sz="1200"/>
            </a:lvl1pPr>
            <a:lvl2pPr indent="-304800" lvl="1" marL="914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2pPr>
            <a:lvl3pPr indent="-304800" lvl="2" marL="1371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3pPr>
            <a:lvl4pPr indent="-304800" lvl="3" marL="1828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4pPr>
            <a:lvl5pPr indent="-304800" lvl="4" marL="22860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5pPr>
            <a:lvl6pPr indent="-304800" lvl="5" marL="27432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6pPr>
            <a:lvl7pPr indent="-304800" lvl="6" marL="32004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7pPr>
            <a:lvl8pPr indent="-304800" lvl="7" marL="36576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8pPr>
            <a:lvl9pPr indent="-304800" lvl="8" marL="4114800">
              <a:spcBef>
                <a:spcPts val="4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/>
        </p:txBody>
      </p:sp>
      <p:sp>
        <p:nvSpPr>
          <p:cNvPr id="142" name="Google Shape;142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1">
  <p:cSld name="TITLE_AND_BODY_1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4"/>
          <p:cNvSpPr/>
          <p:nvPr/>
        </p:nvSpPr>
        <p:spPr>
          <a:xfrm flipH="1">
            <a:off x="8595276" y="4573675"/>
            <a:ext cx="548700" cy="572700"/>
          </a:xfrm>
          <a:prstGeom prst="round1Rect">
            <a:avLst>
              <a:gd fmla="val 16667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4"/>
          <p:cNvSpPr txBox="1"/>
          <p:nvPr>
            <p:ph type="title"/>
          </p:nvPr>
        </p:nvSpPr>
        <p:spPr>
          <a:xfrm>
            <a:off x="367650" y="85670"/>
            <a:ext cx="84087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0" name="Google Shape;150;p44"/>
          <p:cNvSpPr txBox="1"/>
          <p:nvPr>
            <p:ph idx="1" type="body"/>
          </p:nvPr>
        </p:nvSpPr>
        <p:spPr>
          <a:xfrm>
            <a:off x="322275" y="1001218"/>
            <a:ext cx="8408700" cy="384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23850" lvl="1" marL="9144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23850" lvl="3" marL="18288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23850" lvl="4" marL="22860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23850" lvl="5" marL="27432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23850" lvl="6" marL="32004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23850" lvl="7" marL="36576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23850" lvl="8" marL="41148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51" name="Google Shape;151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700">
                <a:solidFill>
                  <a:schemeClr val="lt1"/>
                </a:solidFill>
              </a:defRPr>
            </a:lvl1pPr>
            <a:lvl2pPr lvl="1">
              <a:buNone/>
              <a:defRPr sz="1700">
                <a:solidFill>
                  <a:schemeClr val="lt1"/>
                </a:solidFill>
              </a:defRPr>
            </a:lvl2pPr>
            <a:lvl3pPr lvl="2">
              <a:buNone/>
              <a:defRPr sz="1700">
                <a:solidFill>
                  <a:schemeClr val="lt1"/>
                </a:solidFill>
              </a:defRPr>
            </a:lvl3pPr>
            <a:lvl4pPr lvl="3">
              <a:buNone/>
              <a:defRPr sz="1700">
                <a:solidFill>
                  <a:schemeClr val="lt1"/>
                </a:solidFill>
              </a:defRPr>
            </a:lvl4pPr>
            <a:lvl5pPr lvl="4">
              <a:buNone/>
              <a:defRPr sz="1700">
                <a:solidFill>
                  <a:schemeClr val="lt1"/>
                </a:solidFill>
              </a:defRPr>
            </a:lvl5pPr>
            <a:lvl6pPr lvl="5">
              <a:buNone/>
              <a:defRPr sz="1700">
                <a:solidFill>
                  <a:schemeClr val="lt1"/>
                </a:solidFill>
              </a:defRPr>
            </a:lvl6pPr>
            <a:lvl7pPr lvl="6">
              <a:buNone/>
              <a:defRPr sz="1700">
                <a:solidFill>
                  <a:schemeClr val="lt1"/>
                </a:solidFill>
              </a:defRPr>
            </a:lvl7pPr>
            <a:lvl8pPr lvl="7">
              <a:buNone/>
              <a:defRPr sz="1700">
                <a:solidFill>
                  <a:schemeClr val="lt1"/>
                </a:solidFill>
              </a:defRPr>
            </a:lvl8pPr>
            <a:lvl9pPr lvl="8">
              <a:buNone/>
              <a:defRPr sz="1700"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44"/>
          <p:cNvSpPr/>
          <p:nvPr/>
        </p:nvSpPr>
        <p:spPr>
          <a:xfrm>
            <a:off x="0" y="144325"/>
            <a:ext cx="322200" cy="4554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2">
  <p:cSld name="TITLE_AND_BODY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5"/>
          <p:cNvSpPr/>
          <p:nvPr/>
        </p:nvSpPr>
        <p:spPr>
          <a:xfrm flipH="1">
            <a:off x="8595276" y="4573675"/>
            <a:ext cx="548700" cy="572700"/>
          </a:xfrm>
          <a:prstGeom prst="round1Rect">
            <a:avLst>
              <a:gd fmla="val 16667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5"/>
          <p:cNvSpPr txBox="1"/>
          <p:nvPr>
            <p:ph type="title"/>
          </p:nvPr>
        </p:nvSpPr>
        <p:spPr>
          <a:xfrm>
            <a:off x="367650" y="85670"/>
            <a:ext cx="84087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6" name="Google Shape;156;p45"/>
          <p:cNvSpPr txBox="1"/>
          <p:nvPr>
            <p:ph idx="1" type="body"/>
          </p:nvPr>
        </p:nvSpPr>
        <p:spPr>
          <a:xfrm>
            <a:off x="322275" y="1001218"/>
            <a:ext cx="8408700" cy="384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23850" lvl="1" marL="9144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23850" lvl="3" marL="18288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23850" lvl="4" marL="22860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23850" lvl="5" marL="27432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23850" lvl="6" marL="32004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23850" lvl="7" marL="36576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23850" lvl="8" marL="41148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57" name="Google Shape;157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700">
                <a:solidFill>
                  <a:schemeClr val="lt1"/>
                </a:solidFill>
              </a:defRPr>
            </a:lvl1pPr>
            <a:lvl2pPr lvl="1">
              <a:buNone/>
              <a:defRPr sz="1700">
                <a:solidFill>
                  <a:schemeClr val="lt1"/>
                </a:solidFill>
              </a:defRPr>
            </a:lvl2pPr>
            <a:lvl3pPr lvl="2">
              <a:buNone/>
              <a:defRPr sz="1700">
                <a:solidFill>
                  <a:schemeClr val="lt1"/>
                </a:solidFill>
              </a:defRPr>
            </a:lvl3pPr>
            <a:lvl4pPr lvl="3">
              <a:buNone/>
              <a:defRPr sz="1700">
                <a:solidFill>
                  <a:schemeClr val="lt1"/>
                </a:solidFill>
              </a:defRPr>
            </a:lvl4pPr>
            <a:lvl5pPr lvl="4">
              <a:buNone/>
              <a:defRPr sz="1700">
                <a:solidFill>
                  <a:schemeClr val="lt1"/>
                </a:solidFill>
              </a:defRPr>
            </a:lvl5pPr>
            <a:lvl6pPr lvl="5">
              <a:buNone/>
              <a:defRPr sz="1700">
                <a:solidFill>
                  <a:schemeClr val="lt1"/>
                </a:solidFill>
              </a:defRPr>
            </a:lvl6pPr>
            <a:lvl7pPr lvl="6">
              <a:buNone/>
              <a:defRPr sz="1700">
                <a:solidFill>
                  <a:schemeClr val="lt1"/>
                </a:solidFill>
              </a:defRPr>
            </a:lvl7pPr>
            <a:lvl8pPr lvl="7">
              <a:buNone/>
              <a:defRPr sz="1700">
                <a:solidFill>
                  <a:schemeClr val="lt1"/>
                </a:solidFill>
              </a:defRPr>
            </a:lvl8pPr>
            <a:lvl9pPr lvl="8">
              <a:buNone/>
              <a:defRPr sz="1700"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45"/>
          <p:cNvSpPr/>
          <p:nvPr/>
        </p:nvSpPr>
        <p:spPr>
          <a:xfrm>
            <a:off x="0" y="144325"/>
            <a:ext cx="322200" cy="4554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 3">
  <p:cSld name="TITLE_AND_BODY_1_3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6"/>
          <p:cNvSpPr/>
          <p:nvPr/>
        </p:nvSpPr>
        <p:spPr>
          <a:xfrm flipH="1">
            <a:off x="8595276" y="4573675"/>
            <a:ext cx="548700" cy="572700"/>
          </a:xfrm>
          <a:prstGeom prst="round1Rect">
            <a:avLst>
              <a:gd fmla="val 16667" name="adj"/>
            </a:avLst>
          </a:prstGeom>
          <a:solidFill>
            <a:srgbClr val="6666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6"/>
          <p:cNvSpPr txBox="1"/>
          <p:nvPr>
            <p:ph type="title"/>
          </p:nvPr>
        </p:nvSpPr>
        <p:spPr>
          <a:xfrm>
            <a:off x="367650" y="85670"/>
            <a:ext cx="84087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2" name="Google Shape;162;p46"/>
          <p:cNvSpPr txBox="1"/>
          <p:nvPr>
            <p:ph idx="1" type="body"/>
          </p:nvPr>
        </p:nvSpPr>
        <p:spPr>
          <a:xfrm>
            <a:off x="322275" y="1001218"/>
            <a:ext cx="8408700" cy="3846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23850" lvl="1" marL="9144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23850" lvl="3" marL="18288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23850" lvl="4" marL="22860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23850" lvl="5" marL="27432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23850" lvl="6" marL="32004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23850" lvl="7" marL="36576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23850" lvl="8" marL="4114800"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Nunito"/>
              <a:buChar char="•"/>
              <a:defRPr sz="150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3" name="Google Shape;16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1700">
                <a:solidFill>
                  <a:schemeClr val="lt1"/>
                </a:solidFill>
              </a:defRPr>
            </a:lvl1pPr>
            <a:lvl2pPr lvl="1">
              <a:buNone/>
              <a:defRPr sz="1700">
                <a:solidFill>
                  <a:schemeClr val="lt1"/>
                </a:solidFill>
              </a:defRPr>
            </a:lvl2pPr>
            <a:lvl3pPr lvl="2">
              <a:buNone/>
              <a:defRPr sz="1700">
                <a:solidFill>
                  <a:schemeClr val="lt1"/>
                </a:solidFill>
              </a:defRPr>
            </a:lvl3pPr>
            <a:lvl4pPr lvl="3">
              <a:buNone/>
              <a:defRPr sz="1700">
                <a:solidFill>
                  <a:schemeClr val="lt1"/>
                </a:solidFill>
              </a:defRPr>
            </a:lvl4pPr>
            <a:lvl5pPr lvl="4">
              <a:buNone/>
              <a:defRPr sz="1700">
                <a:solidFill>
                  <a:schemeClr val="lt1"/>
                </a:solidFill>
              </a:defRPr>
            </a:lvl5pPr>
            <a:lvl6pPr lvl="5">
              <a:buNone/>
              <a:defRPr sz="1700">
                <a:solidFill>
                  <a:schemeClr val="lt1"/>
                </a:solidFill>
              </a:defRPr>
            </a:lvl6pPr>
            <a:lvl7pPr lvl="6">
              <a:buNone/>
              <a:defRPr sz="1700">
                <a:solidFill>
                  <a:schemeClr val="lt1"/>
                </a:solidFill>
              </a:defRPr>
            </a:lvl7pPr>
            <a:lvl8pPr lvl="7">
              <a:buNone/>
              <a:defRPr sz="1700">
                <a:solidFill>
                  <a:schemeClr val="lt1"/>
                </a:solidFill>
              </a:defRPr>
            </a:lvl8pPr>
            <a:lvl9pPr lvl="8">
              <a:buNone/>
              <a:defRPr sz="1700">
                <a:solidFill>
                  <a:schemeClr val="lt1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4" name="Google Shape;164;p46"/>
          <p:cNvSpPr/>
          <p:nvPr/>
        </p:nvSpPr>
        <p:spPr>
          <a:xfrm>
            <a:off x="0" y="144325"/>
            <a:ext cx="322200" cy="4554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">
  <p:cSld name="SECTION_HEADER_1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7" name="Google Shape;16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8"/>
          <p:cNvSpPr txBox="1"/>
          <p:nvPr>
            <p:ph type="title"/>
          </p:nvPr>
        </p:nvSpPr>
        <p:spPr>
          <a:xfrm>
            <a:off x="318950" y="208625"/>
            <a:ext cx="55644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70" name="Google Shape;17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48"/>
          <p:cNvSpPr/>
          <p:nvPr/>
        </p:nvSpPr>
        <p:spPr>
          <a:xfrm>
            <a:off x="36270" y="208475"/>
            <a:ext cx="166800" cy="393600"/>
          </a:xfrm>
          <a:prstGeom prst="rect">
            <a:avLst/>
          </a:prstGeom>
          <a:solidFill>
            <a:srgbClr val="91C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8"/>
          <p:cNvSpPr/>
          <p:nvPr/>
        </p:nvSpPr>
        <p:spPr>
          <a:xfrm>
            <a:off x="152075" y="208125"/>
            <a:ext cx="166800" cy="393600"/>
          </a:xfrm>
          <a:prstGeom prst="rect">
            <a:avLst/>
          </a:prstGeom>
          <a:solidFill>
            <a:srgbClr val="246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1869" y="82302"/>
            <a:ext cx="348592" cy="386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4805" y="85822"/>
            <a:ext cx="569632" cy="379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863" y="101138"/>
            <a:ext cx="348575" cy="3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48"/>
          <p:cNvPicPr preferRelativeResize="0"/>
          <p:nvPr/>
        </p:nvPicPr>
        <p:blipFill rotWithShape="1">
          <a:blip r:embed="rId5">
            <a:alphaModFix/>
          </a:blip>
          <a:srcRect b="12496" l="0" r="0" t="0"/>
          <a:stretch/>
        </p:blipFill>
        <p:spPr>
          <a:xfrm>
            <a:off x="-2" y="4666909"/>
            <a:ext cx="1059074" cy="3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6">
  <p:cSld name="TITLE_AND_BODY_6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9"/>
          <p:cNvSpPr txBox="1"/>
          <p:nvPr>
            <p:ph type="title"/>
          </p:nvPr>
        </p:nvSpPr>
        <p:spPr>
          <a:xfrm>
            <a:off x="318950" y="208625"/>
            <a:ext cx="55644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79" name="Google Shape;179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49"/>
          <p:cNvSpPr/>
          <p:nvPr/>
        </p:nvSpPr>
        <p:spPr>
          <a:xfrm>
            <a:off x="36270" y="208475"/>
            <a:ext cx="166800" cy="393600"/>
          </a:xfrm>
          <a:prstGeom prst="rect">
            <a:avLst/>
          </a:prstGeom>
          <a:solidFill>
            <a:srgbClr val="91C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49"/>
          <p:cNvSpPr/>
          <p:nvPr/>
        </p:nvSpPr>
        <p:spPr>
          <a:xfrm>
            <a:off x="152075" y="208125"/>
            <a:ext cx="166800" cy="393600"/>
          </a:xfrm>
          <a:prstGeom prst="rect">
            <a:avLst/>
          </a:prstGeom>
          <a:solidFill>
            <a:srgbClr val="246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1869" y="82302"/>
            <a:ext cx="348592" cy="386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4805" y="85822"/>
            <a:ext cx="569632" cy="379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863" y="101138"/>
            <a:ext cx="348575" cy="3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49"/>
          <p:cNvPicPr preferRelativeResize="0"/>
          <p:nvPr/>
        </p:nvPicPr>
        <p:blipFill rotWithShape="1">
          <a:blip r:embed="rId5">
            <a:alphaModFix/>
          </a:blip>
          <a:srcRect b="12496" l="0" r="0" t="0"/>
          <a:stretch/>
        </p:blipFill>
        <p:spPr>
          <a:xfrm>
            <a:off x="-2" y="4666909"/>
            <a:ext cx="1059074" cy="3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2">
  <p:cSld name="SECTION_HEADER_2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7">
  <p:cSld name="TITLE_AND_BODY_7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1"/>
          <p:cNvSpPr txBox="1"/>
          <p:nvPr>
            <p:ph type="title"/>
          </p:nvPr>
        </p:nvSpPr>
        <p:spPr>
          <a:xfrm>
            <a:off x="318950" y="208625"/>
            <a:ext cx="55644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91" name="Google Shape;19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51"/>
          <p:cNvSpPr/>
          <p:nvPr/>
        </p:nvSpPr>
        <p:spPr>
          <a:xfrm>
            <a:off x="36270" y="208475"/>
            <a:ext cx="166800" cy="393600"/>
          </a:xfrm>
          <a:prstGeom prst="rect">
            <a:avLst/>
          </a:prstGeom>
          <a:solidFill>
            <a:srgbClr val="91C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1"/>
          <p:cNvSpPr/>
          <p:nvPr/>
        </p:nvSpPr>
        <p:spPr>
          <a:xfrm>
            <a:off x="152075" y="208125"/>
            <a:ext cx="166800" cy="393600"/>
          </a:xfrm>
          <a:prstGeom prst="rect">
            <a:avLst/>
          </a:prstGeom>
          <a:solidFill>
            <a:srgbClr val="246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1869" y="82302"/>
            <a:ext cx="348592" cy="386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4805" y="85822"/>
            <a:ext cx="569632" cy="379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863" y="101138"/>
            <a:ext cx="348575" cy="3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51"/>
          <p:cNvPicPr preferRelativeResize="0"/>
          <p:nvPr/>
        </p:nvPicPr>
        <p:blipFill rotWithShape="1">
          <a:blip r:embed="rId5">
            <a:alphaModFix/>
          </a:blip>
          <a:srcRect b="12496" l="0" r="0" t="0"/>
          <a:stretch/>
        </p:blipFill>
        <p:spPr>
          <a:xfrm>
            <a:off x="-2" y="4666909"/>
            <a:ext cx="1059074" cy="3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8">
  <p:cSld name="TITLE_AND_BODY_8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2"/>
          <p:cNvSpPr txBox="1"/>
          <p:nvPr>
            <p:ph type="title"/>
          </p:nvPr>
        </p:nvSpPr>
        <p:spPr>
          <a:xfrm>
            <a:off x="318950" y="208625"/>
            <a:ext cx="55644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Montserrat SemiBold"/>
              <a:buNone/>
              <a:defRPr sz="2500"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00" name="Google Shape;200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52"/>
          <p:cNvSpPr/>
          <p:nvPr/>
        </p:nvSpPr>
        <p:spPr>
          <a:xfrm>
            <a:off x="36270" y="208475"/>
            <a:ext cx="166800" cy="393600"/>
          </a:xfrm>
          <a:prstGeom prst="rect">
            <a:avLst/>
          </a:prstGeom>
          <a:solidFill>
            <a:srgbClr val="91C33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2"/>
          <p:cNvSpPr/>
          <p:nvPr/>
        </p:nvSpPr>
        <p:spPr>
          <a:xfrm>
            <a:off x="152075" y="208125"/>
            <a:ext cx="166800" cy="393600"/>
          </a:xfrm>
          <a:prstGeom prst="rect">
            <a:avLst/>
          </a:prstGeom>
          <a:solidFill>
            <a:srgbClr val="246E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1869" y="82302"/>
            <a:ext cx="348592" cy="386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4805" y="85822"/>
            <a:ext cx="569632" cy="379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33863" y="101138"/>
            <a:ext cx="348575" cy="34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52"/>
          <p:cNvPicPr preferRelativeResize="0"/>
          <p:nvPr/>
        </p:nvPicPr>
        <p:blipFill rotWithShape="1">
          <a:blip r:embed="rId5">
            <a:alphaModFix/>
          </a:blip>
          <a:srcRect b="12496" l="0" r="0" t="0"/>
          <a:stretch/>
        </p:blipFill>
        <p:spPr>
          <a:xfrm>
            <a:off x="-2" y="4666909"/>
            <a:ext cx="1059074" cy="38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4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54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16" name="Google Shape;216;p5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5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5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5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5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5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5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6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56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8" name="Google Shape;228;p5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5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5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5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57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34" name="Google Shape;234;p57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35" name="Google Shape;235;p5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5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5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8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58"/>
          <p:cNvSpPr txBox="1"/>
          <p:nvPr>
            <p:ph idx="1" type="body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1" name="Google Shape;241;p58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42" name="Google Shape;242;p58"/>
          <p:cNvSpPr txBox="1"/>
          <p:nvPr>
            <p:ph idx="3" type="body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43" name="Google Shape;243;p58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44" name="Google Shape;244;p5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5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5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5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5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5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6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6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1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61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59" name="Google Shape;259;p61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60" name="Google Shape;260;p6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6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2" name="Google Shape;262;p6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2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6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266" name="Google Shape;266;p62"/>
          <p:cNvSpPr txBox="1"/>
          <p:nvPr>
            <p:ph idx="1" type="body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67" name="Google Shape;267;p6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6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6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63"/>
          <p:cNvSpPr txBox="1"/>
          <p:nvPr>
            <p:ph idx="1" type="body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3" name="Google Shape;273;p6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6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6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4"/>
          <p:cNvSpPr txBox="1"/>
          <p:nvPr>
            <p:ph type="title"/>
          </p:nvPr>
        </p:nvSpPr>
        <p:spPr>
          <a:xfrm rot="5400000">
            <a:off x="5463750" y="1371629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64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9" name="Google Shape;279;p6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6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6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65"/>
          <p:cNvGrpSpPr/>
          <p:nvPr/>
        </p:nvGrpSpPr>
        <p:grpSpPr>
          <a:xfrm>
            <a:off x="0" y="0"/>
            <a:ext cx="9169942" cy="5152382"/>
            <a:chOff x="0" y="0"/>
            <a:chExt cx="9169942" cy="5152382"/>
          </a:xfrm>
        </p:grpSpPr>
        <p:sp>
          <p:nvSpPr>
            <p:cNvPr id="284" name="Google Shape;284;p65"/>
            <p:cNvSpPr/>
            <p:nvPr/>
          </p:nvSpPr>
          <p:spPr>
            <a:xfrm>
              <a:off x="7291225" y="2826975"/>
              <a:ext cx="1852769" cy="2325407"/>
            </a:xfrm>
            <a:custGeom>
              <a:rect b="b" l="l" r="r" t="t"/>
              <a:pathLst>
                <a:path extrusionOk="0" h="68069" w="54234">
                  <a:moveTo>
                    <a:pt x="34553" y="2906"/>
                  </a:moveTo>
                  <a:lnTo>
                    <a:pt x="1" y="67866"/>
                  </a:lnTo>
                  <a:lnTo>
                    <a:pt x="54234" y="68068"/>
                  </a:lnTo>
                  <a:lnTo>
                    <a:pt x="54234" y="0"/>
                  </a:lnTo>
                  <a:lnTo>
                    <a:pt x="39399" y="0"/>
                  </a:lnTo>
                  <a:cubicBezTo>
                    <a:pt x="37363" y="0"/>
                    <a:pt x="35505" y="1120"/>
                    <a:pt x="34553" y="290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65"/>
            <p:cNvSpPr/>
            <p:nvPr/>
          </p:nvSpPr>
          <p:spPr>
            <a:xfrm rot="10800000">
              <a:off x="0" y="0"/>
              <a:ext cx="1852769" cy="2325407"/>
            </a:xfrm>
            <a:custGeom>
              <a:rect b="b" l="l" r="r" t="t"/>
              <a:pathLst>
                <a:path extrusionOk="0" h="68069" w="54234">
                  <a:moveTo>
                    <a:pt x="34553" y="2906"/>
                  </a:moveTo>
                  <a:lnTo>
                    <a:pt x="1" y="67866"/>
                  </a:lnTo>
                  <a:lnTo>
                    <a:pt x="54234" y="68068"/>
                  </a:lnTo>
                  <a:lnTo>
                    <a:pt x="54234" y="0"/>
                  </a:lnTo>
                  <a:lnTo>
                    <a:pt x="39399" y="0"/>
                  </a:lnTo>
                  <a:cubicBezTo>
                    <a:pt x="37363" y="0"/>
                    <a:pt x="35505" y="1120"/>
                    <a:pt x="34553" y="2906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accent5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65"/>
            <p:cNvSpPr/>
            <p:nvPr/>
          </p:nvSpPr>
          <p:spPr>
            <a:xfrm>
              <a:off x="0" y="0"/>
              <a:ext cx="839392" cy="934332"/>
            </a:xfrm>
            <a:custGeom>
              <a:rect b="b" l="l" r="r" t="t"/>
              <a:pathLst>
                <a:path extrusionOk="0" h="15455" w="13884">
                  <a:moveTo>
                    <a:pt x="9037" y="15454"/>
                  </a:moveTo>
                  <a:lnTo>
                    <a:pt x="12335" y="15454"/>
                  </a:lnTo>
                  <a:cubicBezTo>
                    <a:pt x="13276" y="15454"/>
                    <a:pt x="13883" y="14454"/>
                    <a:pt x="13443" y="13633"/>
                  </a:cubicBezTo>
                  <a:lnTo>
                    <a:pt x="6132" y="0"/>
                  </a:lnTo>
                  <a:lnTo>
                    <a:pt x="0" y="0"/>
                  </a:lnTo>
                  <a:lnTo>
                    <a:pt x="7930" y="14799"/>
                  </a:lnTo>
                  <a:cubicBezTo>
                    <a:pt x="8144" y="15204"/>
                    <a:pt x="8573" y="15454"/>
                    <a:pt x="9037" y="1545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65"/>
            <p:cNvSpPr/>
            <p:nvPr/>
          </p:nvSpPr>
          <p:spPr>
            <a:xfrm rot="10800000">
              <a:off x="8330550" y="4218050"/>
              <a:ext cx="839392" cy="934332"/>
            </a:xfrm>
            <a:custGeom>
              <a:rect b="b" l="l" r="r" t="t"/>
              <a:pathLst>
                <a:path extrusionOk="0" h="15455" w="13884">
                  <a:moveTo>
                    <a:pt x="9037" y="15454"/>
                  </a:moveTo>
                  <a:lnTo>
                    <a:pt x="12335" y="15454"/>
                  </a:lnTo>
                  <a:cubicBezTo>
                    <a:pt x="13276" y="15454"/>
                    <a:pt x="13883" y="14454"/>
                    <a:pt x="13443" y="13633"/>
                  </a:cubicBezTo>
                  <a:lnTo>
                    <a:pt x="6132" y="0"/>
                  </a:lnTo>
                  <a:lnTo>
                    <a:pt x="0" y="0"/>
                  </a:lnTo>
                  <a:lnTo>
                    <a:pt x="7930" y="14799"/>
                  </a:lnTo>
                  <a:cubicBezTo>
                    <a:pt x="8144" y="15204"/>
                    <a:pt x="8573" y="15454"/>
                    <a:pt x="9037" y="15454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4000">
                  <a:srgbClr val="FAB93C"/>
                </a:gs>
                <a:gs pos="100000">
                  <a:schemeClr val="accent4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8" name="Google Shape;288;p65"/>
            <p:cNvCxnSpPr/>
            <p:nvPr/>
          </p:nvCxnSpPr>
          <p:spPr>
            <a:xfrm flipH="1" rot="10800000">
              <a:off x="456175" y="677234"/>
              <a:ext cx="803700" cy="1498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9" name="Google Shape;289;p65"/>
            <p:cNvCxnSpPr/>
            <p:nvPr/>
          </p:nvCxnSpPr>
          <p:spPr>
            <a:xfrm flipH="1" rot="10800000">
              <a:off x="7900850" y="2989309"/>
              <a:ext cx="803700" cy="149850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0" name="Google Shape;290;p65"/>
          <p:cNvSpPr txBox="1"/>
          <p:nvPr>
            <p:ph type="title"/>
          </p:nvPr>
        </p:nvSpPr>
        <p:spPr>
          <a:xfrm>
            <a:off x="2751500" y="3088700"/>
            <a:ext cx="36405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1" name="Google Shape;291;p65"/>
          <p:cNvSpPr txBox="1"/>
          <p:nvPr>
            <p:ph idx="1" type="subTitle"/>
          </p:nvPr>
        </p:nvSpPr>
        <p:spPr>
          <a:xfrm>
            <a:off x="837600" y="1522900"/>
            <a:ext cx="74688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6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</a:lstStyle>
          <a:p/>
        </p:txBody>
      </p:sp>
      <p:sp>
        <p:nvSpPr>
          <p:cNvPr id="294" name="Google Shape;294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7"/>
          <p:cNvSpPr txBox="1"/>
          <p:nvPr>
            <p:ph type="ctrTitle"/>
          </p:nvPr>
        </p:nvSpPr>
        <p:spPr>
          <a:xfrm>
            <a:off x="2326510" y="781050"/>
            <a:ext cx="51162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500"/>
              <a:buFont typeface="Montserrat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7" name="Google Shape;297;p67"/>
          <p:cNvSpPr txBox="1"/>
          <p:nvPr>
            <p:ph idx="1" type="subTitle"/>
          </p:nvPr>
        </p:nvSpPr>
        <p:spPr>
          <a:xfrm>
            <a:off x="2326510" y="2866468"/>
            <a:ext cx="4520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30.xml"/><Relationship Id="rId41" Type="http://schemas.openxmlformats.org/officeDocument/2006/relationships/theme" Target="../theme/theme2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39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1.xml"/><Relationship Id="rId33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20.xml"/><Relationship Id="rId32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23.xml"/><Relationship Id="rId35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22.xml"/><Relationship Id="rId34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25.xml"/><Relationship Id="rId37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24.xml"/><Relationship Id="rId36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27.xml"/><Relationship Id="rId39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26.xml"/><Relationship Id="rId38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2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300"/>
              <a:buFont typeface="Montserrat"/>
              <a:buNone/>
              <a:defRPr b="1" i="0" sz="3300" u="none" cap="none" strike="noStrike">
                <a:solidFill>
                  <a:srgbClr val="3F3F3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  <p:sldLayoutId id="2147483685" r:id="rId28"/>
    <p:sldLayoutId id="2147483686" r:id="rId29"/>
    <p:sldLayoutId id="2147483687" r:id="rId30"/>
    <p:sldLayoutId id="2147483688" r:id="rId31"/>
    <p:sldLayoutId id="2147483689" r:id="rId32"/>
    <p:sldLayoutId id="2147483690" r:id="rId33"/>
    <p:sldLayoutId id="2147483691" r:id="rId34"/>
    <p:sldLayoutId id="2147483692" r:id="rId35"/>
    <p:sldLayoutId id="2147483693" r:id="rId36"/>
    <p:sldLayoutId id="2147483694" r:id="rId37"/>
    <p:sldLayoutId id="2147483695" r:id="rId38"/>
    <p:sldLayoutId id="2147483696" r:id="rId39"/>
    <p:sldLayoutId id="2147483697" r:id="rId40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9" name="Google Shape;209;p5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5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1" name="Google Shape;211;p5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2" name="Google Shape;212;p5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27.png"/><Relationship Id="rId10" Type="http://schemas.openxmlformats.org/officeDocument/2006/relationships/image" Target="../media/image56.png"/><Relationship Id="rId13" Type="http://schemas.openxmlformats.org/officeDocument/2006/relationships/image" Target="../media/image31.png"/><Relationship Id="rId12" Type="http://schemas.openxmlformats.org/officeDocument/2006/relationships/image" Target="../media/image52.png"/><Relationship Id="rId1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24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30.png"/><Relationship Id="rId10" Type="http://schemas.openxmlformats.org/officeDocument/2006/relationships/image" Target="../media/image53.png"/><Relationship Id="rId13" Type="http://schemas.openxmlformats.org/officeDocument/2006/relationships/image" Target="../media/image40.png"/><Relationship Id="rId12" Type="http://schemas.openxmlformats.org/officeDocument/2006/relationships/image" Target="../media/image39.png"/><Relationship Id="rId14" Type="http://schemas.openxmlformats.org/officeDocument/2006/relationships/image" Target="../media/image4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43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41.png"/><Relationship Id="rId10" Type="http://schemas.openxmlformats.org/officeDocument/2006/relationships/image" Target="../media/image62.png"/><Relationship Id="rId13" Type="http://schemas.openxmlformats.org/officeDocument/2006/relationships/image" Target="../media/image64.png"/><Relationship Id="rId12" Type="http://schemas.openxmlformats.org/officeDocument/2006/relationships/image" Target="../media/image45.png"/><Relationship Id="rId14" Type="http://schemas.openxmlformats.org/officeDocument/2006/relationships/image" Target="../media/image5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44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57.png"/><Relationship Id="rId10" Type="http://schemas.openxmlformats.org/officeDocument/2006/relationships/image" Target="../media/image49.png"/><Relationship Id="rId13" Type="http://schemas.openxmlformats.org/officeDocument/2006/relationships/image" Target="../media/image59.png"/><Relationship Id="rId12" Type="http://schemas.openxmlformats.org/officeDocument/2006/relationships/image" Target="../media/image69.png"/><Relationship Id="rId14" Type="http://schemas.openxmlformats.org/officeDocument/2006/relationships/image" Target="../media/image4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54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67.png"/><Relationship Id="rId10" Type="http://schemas.openxmlformats.org/officeDocument/2006/relationships/image" Target="../media/image55.png"/><Relationship Id="rId13" Type="http://schemas.openxmlformats.org/officeDocument/2006/relationships/image" Target="../media/image48.png"/><Relationship Id="rId12" Type="http://schemas.openxmlformats.org/officeDocument/2006/relationships/image" Target="../media/image39.png"/><Relationship Id="rId14" Type="http://schemas.openxmlformats.org/officeDocument/2006/relationships/image" Target="../media/image5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39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55.png"/><Relationship Id="rId10" Type="http://schemas.openxmlformats.org/officeDocument/2006/relationships/image" Target="../media/image54.png"/><Relationship Id="rId13" Type="http://schemas.openxmlformats.org/officeDocument/2006/relationships/image" Target="../media/image48.png"/><Relationship Id="rId12" Type="http://schemas.openxmlformats.org/officeDocument/2006/relationships/image" Target="../media/image67.png"/><Relationship Id="rId14" Type="http://schemas.openxmlformats.org/officeDocument/2006/relationships/image" Target="../media/image5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54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67.png"/><Relationship Id="rId10" Type="http://schemas.openxmlformats.org/officeDocument/2006/relationships/image" Target="../media/image55.png"/><Relationship Id="rId13" Type="http://schemas.openxmlformats.org/officeDocument/2006/relationships/image" Target="../media/image48.png"/><Relationship Id="rId12" Type="http://schemas.openxmlformats.org/officeDocument/2006/relationships/image" Target="../media/image50.png"/><Relationship Id="rId14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54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67.png"/><Relationship Id="rId10" Type="http://schemas.openxmlformats.org/officeDocument/2006/relationships/image" Target="../media/image55.png"/><Relationship Id="rId13" Type="http://schemas.openxmlformats.org/officeDocument/2006/relationships/image" Target="../media/image73.png"/><Relationship Id="rId12" Type="http://schemas.openxmlformats.org/officeDocument/2006/relationships/image" Target="../media/image75.png"/><Relationship Id="rId14" Type="http://schemas.openxmlformats.org/officeDocument/2006/relationships/image" Target="../media/image7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54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67.png"/><Relationship Id="rId10" Type="http://schemas.openxmlformats.org/officeDocument/2006/relationships/image" Target="../media/image55.png"/><Relationship Id="rId13" Type="http://schemas.openxmlformats.org/officeDocument/2006/relationships/image" Target="../media/image73.png"/><Relationship Id="rId12" Type="http://schemas.openxmlformats.org/officeDocument/2006/relationships/image" Target="../media/image75.png"/><Relationship Id="rId14" Type="http://schemas.openxmlformats.org/officeDocument/2006/relationships/image" Target="../media/image7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71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73.png"/><Relationship Id="rId10" Type="http://schemas.openxmlformats.org/officeDocument/2006/relationships/image" Target="../media/image67.png"/><Relationship Id="rId13" Type="http://schemas.openxmlformats.org/officeDocument/2006/relationships/image" Target="../media/image54.png"/><Relationship Id="rId12" Type="http://schemas.openxmlformats.org/officeDocument/2006/relationships/image" Target="../media/image55.png"/><Relationship Id="rId14" Type="http://schemas.openxmlformats.org/officeDocument/2006/relationships/image" Target="../media/image7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54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31.png"/><Relationship Id="rId10" Type="http://schemas.openxmlformats.org/officeDocument/2006/relationships/image" Target="../media/image27.png"/><Relationship Id="rId13" Type="http://schemas.openxmlformats.org/officeDocument/2006/relationships/image" Target="../media/image52.png"/><Relationship Id="rId12" Type="http://schemas.openxmlformats.org/officeDocument/2006/relationships/image" Target="../media/image56.png"/><Relationship Id="rId14" Type="http://schemas.openxmlformats.org/officeDocument/2006/relationships/image" Target="../media/image2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54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77.png"/><Relationship Id="rId10" Type="http://schemas.openxmlformats.org/officeDocument/2006/relationships/image" Target="../media/image70.png"/><Relationship Id="rId13" Type="http://schemas.openxmlformats.org/officeDocument/2006/relationships/image" Target="../media/image81.png"/><Relationship Id="rId12" Type="http://schemas.openxmlformats.org/officeDocument/2006/relationships/image" Target="../media/image72.png"/><Relationship Id="rId14" Type="http://schemas.openxmlformats.org/officeDocument/2006/relationships/image" Target="../media/image5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54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70.png"/><Relationship Id="rId10" Type="http://schemas.openxmlformats.org/officeDocument/2006/relationships/image" Target="../media/image77.png"/><Relationship Id="rId13" Type="http://schemas.openxmlformats.org/officeDocument/2006/relationships/image" Target="../media/image81.png"/><Relationship Id="rId12" Type="http://schemas.openxmlformats.org/officeDocument/2006/relationships/image" Target="../media/image72.png"/><Relationship Id="rId14" Type="http://schemas.openxmlformats.org/officeDocument/2006/relationships/image" Target="../media/image5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86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73.png"/><Relationship Id="rId10" Type="http://schemas.openxmlformats.org/officeDocument/2006/relationships/image" Target="../media/image52.png"/><Relationship Id="rId13" Type="http://schemas.openxmlformats.org/officeDocument/2006/relationships/image" Target="../media/image45.png"/><Relationship Id="rId12" Type="http://schemas.openxmlformats.org/officeDocument/2006/relationships/image" Target="../media/image50.png"/><Relationship Id="rId14" Type="http://schemas.openxmlformats.org/officeDocument/2006/relationships/image" Target="../media/image8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52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58.png"/><Relationship Id="rId10" Type="http://schemas.openxmlformats.org/officeDocument/2006/relationships/image" Target="../media/image88.png"/><Relationship Id="rId13" Type="http://schemas.openxmlformats.org/officeDocument/2006/relationships/image" Target="../media/image54.png"/><Relationship Id="rId12" Type="http://schemas.openxmlformats.org/officeDocument/2006/relationships/image" Target="../media/image86.png"/><Relationship Id="rId14" Type="http://schemas.openxmlformats.org/officeDocument/2006/relationships/image" Target="../media/image4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54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88.png"/><Relationship Id="rId10" Type="http://schemas.openxmlformats.org/officeDocument/2006/relationships/image" Target="../media/image86.png"/><Relationship Id="rId13" Type="http://schemas.openxmlformats.org/officeDocument/2006/relationships/image" Target="../media/image45.png"/><Relationship Id="rId12" Type="http://schemas.openxmlformats.org/officeDocument/2006/relationships/image" Target="../media/image50.png"/><Relationship Id="rId14" Type="http://schemas.openxmlformats.org/officeDocument/2006/relationships/image" Target="../media/image7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54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79.png"/><Relationship Id="rId10" Type="http://schemas.openxmlformats.org/officeDocument/2006/relationships/image" Target="../media/image76.png"/><Relationship Id="rId13" Type="http://schemas.openxmlformats.org/officeDocument/2006/relationships/image" Target="../media/image83.png"/><Relationship Id="rId12" Type="http://schemas.openxmlformats.org/officeDocument/2006/relationships/image" Target="../media/image82.png"/><Relationship Id="rId14" Type="http://schemas.openxmlformats.org/officeDocument/2006/relationships/image" Target="../media/image9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80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84.png"/><Relationship Id="rId10" Type="http://schemas.openxmlformats.org/officeDocument/2006/relationships/image" Target="../media/image76.png"/><Relationship Id="rId13" Type="http://schemas.openxmlformats.org/officeDocument/2006/relationships/image" Target="../media/image83.png"/><Relationship Id="rId12" Type="http://schemas.openxmlformats.org/officeDocument/2006/relationships/image" Target="../media/image7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80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91.png"/><Relationship Id="rId10" Type="http://schemas.openxmlformats.org/officeDocument/2006/relationships/image" Target="../media/image92.png"/><Relationship Id="rId13" Type="http://schemas.openxmlformats.org/officeDocument/2006/relationships/image" Target="../media/image89.png"/><Relationship Id="rId12" Type="http://schemas.openxmlformats.org/officeDocument/2006/relationships/image" Target="../media/image9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80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91.png"/><Relationship Id="rId10" Type="http://schemas.openxmlformats.org/officeDocument/2006/relationships/image" Target="../media/image92.png"/><Relationship Id="rId13" Type="http://schemas.openxmlformats.org/officeDocument/2006/relationships/image" Target="../media/image89.png"/><Relationship Id="rId12" Type="http://schemas.openxmlformats.org/officeDocument/2006/relationships/image" Target="../media/image9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80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91.png"/><Relationship Id="rId10" Type="http://schemas.openxmlformats.org/officeDocument/2006/relationships/image" Target="../media/image92.png"/><Relationship Id="rId13" Type="http://schemas.openxmlformats.org/officeDocument/2006/relationships/image" Target="../media/image89.png"/><Relationship Id="rId12" Type="http://schemas.openxmlformats.org/officeDocument/2006/relationships/image" Target="../media/image9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91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76.png"/><Relationship Id="rId10" Type="http://schemas.openxmlformats.org/officeDocument/2006/relationships/image" Target="../media/image87.png"/><Relationship Id="rId13" Type="http://schemas.openxmlformats.org/officeDocument/2006/relationships/image" Target="../media/image92.png"/><Relationship Id="rId12" Type="http://schemas.openxmlformats.org/officeDocument/2006/relationships/image" Target="../media/image10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93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87.png"/><Relationship Id="rId10" Type="http://schemas.openxmlformats.org/officeDocument/2006/relationships/image" Target="../media/image91.png"/><Relationship Id="rId13" Type="http://schemas.openxmlformats.org/officeDocument/2006/relationships/image" Target="../media/image101.png"/><Relationship Id="rId12" Type="http://schemas.openxmlformats.org/officeDocument/2006/relationships/image" Target="../media/image7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96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101.png"/><Relationship Id="rId10" Type="http://schemas.openxmlformats.org/officeDocument/2006/relationships/image" Target="../media/image93.png"/><Relationship Id="rId13" Type="http://schemas.openxmlformats.org/officeDocument/2006/relationships/image" Target="../media/image87.png"/><Relationship Id="rId12" Type="http://schemas.openxmlformats.org/officeDocument/2006/relationships/image" Target="../media/image9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96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93.png"/><Relationship Id="rId10" Type="http://schemas.openxmlformats.org/officeDocument/2006/relationships/image" Target="../media/image91.png"/><Relationship Id="rId13" Type="http://schemas.openxmlformats.org/officeDocument/2006/relationships/image" Target="../media/image101.png"/><Relationship Id="rId12" Type="http://schemas.openxmlformats.org/officeDocument/2006/relationships/image" Target="../media/image8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97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80.png"/><Relationship Id="rId10" Type="http://schemas.openxmlformats.org/officeDocument/2006/relationships/image" Target="../media/image93.png"/><Relationship Id="rId13" Type="http://schemas.openxmlformats.org/officeDocument/2006/relationships/image" Target="../media/image96.png"/><Relationship Id="rId12" Type="http://schemas.openxmlformats.org/officeDocument/2006/relationships/image" Target="../media/image9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91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80.png"/><Relationship Id="rId10" Type="http://schemas.openxmlformats.org/officeDocument/2006/relationships/image" Target="../media/image95.png"/><Relationship Id="rId13" Type="http://schemas.openxmlformats.org/officeDocument/2006/relationships/image" Target="../media/image92.png"/><Relationship Id="rId12" Type="http://schemas.openxmlformats.org/officeDocument/2006/relationships/image" Target="../media/image10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91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94.png"/><Relationship Id="rId10" Type="http://schemas.openxmlformats.org/officeDocument/2006/relationships/image" Target="../media/image95.png"/><Relationship Id="rId13" Type="http://schemas.openxmlformats.org/officeDocument/2006/relationships/image" Target="../media/image100.png"/><Relationship Id="rId12" Type="http://schemas.openxmlformats.org/officeDocument/2006/relationships/image" Target="../media/image8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80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91.png"/><Relationship Id="rId10" Type="http://schemas.openxmlformats.org/officeDocument/2006/relationships/image" Target="../media/image106.png"/><Relationship Id="rId13" Type="http://schemas.openxmlformats.org/officeDocument/2006/relationships/image" Target="../media/image93.png"/><Relationship Id="rId12" Type="http://schemas.openxmlformats.org/officeDocument/2006/relationships/image" Target="../media/image7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91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80.png"/><Relationship Id="rId10" Type="http://schemas.openxmlformats.org/officeDocument/2006/relationships/image" Target="../media/image97.png"/><Relationship Id="rId13" Type="http://schemas.openxmlformats.org/officeDocument/2006/relationships/image" Target="../media/image93.png"/><Relationship Id="rId12" Type="http://schemas.openxmlformats.org/officeDocument/2006/relationships/image" Target="../media/image7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80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97.png"/><Relationship Id="rId10" Type="http://schemas.openxmlformats.org/officeDocument/2006/relationships/image" Target="../media/image91.png"/><Relationship Id="rId13" Type="http://schemas.openxmlformats.org/officeDocument/2006/relationships/image" Target="../media/image93.png"/><Relationship Id="rId12" Type="http://schemas.openxmlformats.org/officeDocument/2006/relationships/image" Target="../media/image7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91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80.png"/><Relationship Id="rId10" Type="http://schemas.openxmlformats.org/officeDocument/2006/relationships/image" Target="../media/image92.png"/><Relationship Id="rId13" Type="http://schemas.openxmlformats.org/officeDocument/2006/relationships/image" Target="../media/image93.png"/><Relationship Id="rId12" Type="http://schemas.openxmlformats.org/officeDocument/2006/relationships/image" Target="../media/image7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Relationship Id="rId9" Type="http://schemas.openxmlformats.org/officeDocument/2006/relationships/image" Target="../media/image102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Relationship Id="rId7" Type="http://schemas.openxmlformats.org/officeDocument/2006/relationships/image" Target="../media/image37.png"/><Relationship Id="rId8" Type="http://schemas.openxmlformats.org/officeDocument/2006/relationships/image" Target="../media/image17.png"/><Relationship Id="rId11" Type="http://schemas.openxmlformats.org/officeDocument/2006/relationships/image" Target="../media/image86.png"/><Relationship Id="rId10" Type="http://schemas.openxmlformats.org/officeDocument/2006/relationships/image" Target="../media/image105.png"/><Relationship Id="rId13" Type="http://schemas.openxmlformats.org/officeDocument/2006/relationships/image" Target="../media/image103.png"/><Relationship Id="rId12" Type="http://schemas.openxmlformats.org/officeDocument/2006/relationships/image" Target="../media/image107.png"/><Relationship Id="rId14" Type="http://schemas.openxmlformats.org/officeDocument/2006/relationships/image" Target="../media/image10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68"/>
          <p:cNvSpPr txBox="1"/>
          <p:nvPr>
            <p:ph type="ctrTitle"/>
          </p:nvPr>
        </p:nvSpPr>
        <p:spPr>
          <a:xfrm>
            <a:off x="248325" y="1463850"/>
            <a:ext cx="7072200" cy="18954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11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BSTI 2.0 </a:t>
            </a:r>
            <a:r>
              <a:rPr lang="en" sz="2100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Final Financial Proposal</a:t>
            </a:r>
            <a:endParaRPr sz="2100">
              <a:solidFill>
                <a:srgbClr val="1F293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33 Digital Services | Progressive Service Rollout | Managed Maintenance</a:t>
            </a:r>
            <a:endParaRPr sz="2300">
              <a:solidFill>
                <a:srgbClr val="1F2937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SzPts val="1100"/>
              <a:buNone/>
            </a:pPr>
            <a:r>
              <a:rPr lang="en" sz="161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Date: 14 September, 2026</a:t>
            </a:r>
            <a:endParaRPr sz="161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3" name="Google Shape;303;p68"/>
          <p:cNvSpPr txBox="1"/>
          <p:nvPr/>
        </p:nvSpPr>
        <p:spPr>
          <a:xfrm>
            <a:off x="551125" y="4572378"/>
            <a:ext cx="605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Presented by: Orange Business Development Ltd.</a:t>
            </a:r>
            <a:endParaRPr b="1" sz="15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04" name="Google Shape;304;p68"/>
          <p:cNvGrpSpPr/>
          <p:nvPr/>
        </p:nvGrpSpPr>
        <p:grpSpPr>
          <a:xfrm>
            <a:off x="8938875" y="4959850"/>
            <a:ext cx="170400" cy="120900"/>
            <a:chOff x="8938875" y="4959850"/>
            <a:chExt cx="170400" cy="120900"/>
          </a:xfrm>
        </p:grpSpPr>
        <p:sp>
          <p:nvSpPr>
            <p:cNvPr id="305" name="Google Shape;305;p68"/>
            <p:cNvSpPr/>
            <p:nvPr/>
          </p:nvSpPr>
          <p:spPr>
            <a:xfrm>
              <a:off x="8998875" y="4959850"/>
              <a:ext cx="110400" cy="120900"/>
            </a:xfrm>
            <a:prstGeom prst="ellipse">
              <a:avLst/>
            </a:prstGeom>
            <a:solidFill>
              <a:srgbClr val="FFC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68"/>
            <p:cNvSpPr txBox="1"/>
            <p:nvPr/>
          </p:nvSpPr>
          <p:spPr>
            <a:xfrm>
              <a:off x="8938875" y="4972304"/>
              <a:ext cx="170400" cy="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1</a:t>
              </a:r>
              <a:endParaRPr sz="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19" y="-13088"/>
            <a:ext cx="892548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00" y="152400"/>
            <a:ext cx="8924774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0" y="-32050"/>
            <a:ext cx="9144000" cy="5034124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71"/>
          <p:cNvSpPr/>
          <p:nvPr/>
        </p:nvSpPr>
        <p:spPr>
          <a:xfrm>
            <a:off x="2090175" y="1714775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11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23" name="Google Shape;323;p71"/>
          <p:cNvSpPr/>
          <p:nvPr/>
        </p:nvSpPr>
        <p:spPr>
          <a:xfrm>
            <a:off x="2173975" y="3858438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71"/>
          <p:cNvSpPr/>
          <p:nvPr/>
        </p:nvSpPr>
        <p:spPr>
          <a:xfrm>
            <a:off x="2178075" y="3639163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71"/>
          <p:cNvSpPr/>
          <p:nvPr/>
        </p:nvSpPr>
        <p:spPr>
          <a:xfrm>
            <a:off x="2547675" y="1714775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49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26" name="Google Shape;326;p71"/>
          <p:cNvSpPr/>
          <p:nvPr/>
        </p:nvSpPr>
        <p:spPr>
          <a:xfrm>
            <a:off x="2699225" y="363352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71"/>
          <p:cNvSpPr/>
          <p:nvPr/>
        </p:nvSpPr>
        <p:spPr>
          <a:xfrm>
            <a:off x="2699225" y="3878675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71"/>
          <p:cNvSpPr/>
          <p:nvPr/>
        </p:nvSpPr>
        <p:spPr>
          <a:xfrm>
            <a:off x="5002025" y="172417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71"/>
          <p:cNvSpPr/>
          <p:nvPr/>
        </p:nvSpPr>
        <p:spPr>
          <a:xfrm>
            <a:off x="5002025" y="1956350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71"/>
          <p:cNvSpPr/>
          <p:nvPr/>
        </p:nvSpPr>
        <p:spPr>
          <a:xfrm>
            <a:off x="5528775" y="1961750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71"/>
          <p:cNvSpPr/>
          <p:nvPr/>
        </p:nvSpPr>
        <p:spPr>
          <a:xfrm>
            <a:off x="5528775" y="172417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71"/>
          <p:cNvSpPr/>
          <p:nvPr/>
        </p:nvSpPr>
        <p:spPr>
          <a:xfrm>
            <a:off x="5528775" y="2420700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71"/>
          <p:cNvSpPr/>
          <p:nvPr/>
        </p:nvSpPr>
        <p:spPr>
          <a:xfrm>
            <a:off x="5002025" y="2420700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71"/>
          <p:cNvSpPr/>
          <p:nvPr/>
        </p:nvSpPr>
        <p:spPr>
          <a:xfrm>
            <a:off x="5528775" y="219122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71"/>
          <p:cNvSpPr/>
          <p:nvPr/>
        </p:nvSpPr>
        <p:spPr>
          <a:xfrm>
            <a:off x="5021325" y="220787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71"/>
          <p:cNvSpPr/>
          <p:nvPr/>
        </p:nvSpPr>
        <p:spPr>
          <a:xfrm>
            <a:off x="5002025" y="218852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71"/>
          <p:cNvSpPr/>
          <p:nvPr/>
        </p:nvSpPr>
        <p:spPr>
          <a:xfrm>
            <a:off x="5002025" y="265287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71"/>
          <p:cNvSpPr/>
          <p:nvPr/>
        </p:nvSpPr>
        <p:spPr>
          <a:xfrm>
            <a:off x="5528775" y="265827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71"/>
          <p:cNvSpPr/>
          <p:nvPr/>
        </p:nvSpPr>
        <p:spPr>
          <a:xfrm>
            <a:off x="5528775" y="3143200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71"/>
          <p:cNvSpPr/>
          <p:nvPr/>
        </p:nvSpPr>
        <p:spPr>
          <a:xfrm>
            <a:off x="5002025" y="3164000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71"/>
          <p:cNvSpPr/>
          <p:nvPr/>
        </p:nvSpPr>
        <p:spPr>
          <a:xfrm>
            <a:off x="4977075" y="363352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71"/>
          <p:cNvSpPr/>
          <p:nvPr/>
        </p:nvSpPr>
        <p:spPr>
          <a:xfrm>
            <a:off x="5528775" y="362812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71"/>
          <p:cNvSpPr/>
          <p:nvPr/>
        </p:nvSpPr>
        <p:spPr>
          <a:xfrm>
            <a:off x="4977075" y="4103050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71"/>
          <p:cNvSpPr/>
          <p:nvPr/>
        </p:nvSpPr>
        <p:spPr>
          <a:xfrm>
            <a:off x="5528775" y="4113050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71"/>
          <p:cNvSpPr/>
          <p:nvPr/>
        </p:nvSpPr>
        <p:spPr>
          <a:xfrm>
            <a:off x="5002025" y="2908438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71"/>
          <p:cNvSpPr/>
          <p:nvPr/>
        </p:nvSpPr>
        <p:spPr>
          <a:xfrm>
            <a:off x="5528775" y="2900725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71"/>
          <p:cNvSpPr/>
          <p:nvPr/>
        </p:nvSpPr>
        <p:spPr>
          <a:xfrm>
            <a:off x="5528775" y="3385663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71"/>
          <p:cNvSpPr/>
          <p:nvPr/>
        </p:nvSpPr>
        <p:spPr>
          <a:xfrm>
            <a:off x="4977075" y="3377950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71"/>
          <p:cNvSpPr/>
          <p:nvPr/>
        </p:nvSpPr>
        <p:spPr>
          <a:xfrm>
            <a:off x="4977075" y="3868288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1"/>
          <p:cNvSpPr/>
          <p:nvPr/>
        </p:nvSpPr>
        <p:spPr>
          <a:xfrm>
            <a:off x="5528775" y="3870575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71"/>
          <p:cNvSpPr/>
          <p:nvPr/>
        </p:nvSpPr>
        <p:spPr>
          <a:xfrm>
            <a:off x="7975000" y="172417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71"/>
          <p:cNvSpPr/>
          <p:nvPr/>
        </p:nvSpPr>
        <p:spPr>
          <a:xfrm>
            <a:off x="8521400" y="172417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71"/>
          <p:cNvSpPr/>
          <p:nvPr/>
        </p:nvSpPr>
        <p:spPr>
          <a:xfrm>
            <a:off x="8521400" y="218852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71"/>
          <p:cNvSpPr/>
          <p:nvPr/>
        </p:nvSpPr>
        <p:spPr>
          <a:xfrm>
            <a:off x="8521400" y="265287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71"/>
          <p:cNvSpPr/>
          <p:nvPr/>
        </p:nvSpPr>
        <p:spPr>
          <a:xfrm>
            <a:off x="8521400" y="323027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71"/>
          <p:cNvSpPr/>
          <p:nvPr/>
        </p:nvSpPr>
        <p:spPr>
          <a:xfrm>
            <a:off x="8521400" y="3700350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71"/>
          <p:cNvSpPr/>
          <p:nvPr/>
        </p:nvSpPr>
        <p:spPr>
          <a:xfrm>
            <a:off x="7975000" y="417042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71"/>
          <p:cNvSpPr/>
          <p:nvPr/>
        </p:nvSpPr>
        <p:spPr>
          <a:xfrm>
            <a:off x="7975000" y="3700350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71"/>
          <p:cNvSpPr/>
          <p:nvPr/>
        </p:nvSpPr>
        <p:spPr>
          <a:xfrm>
            <a:off x="7999975" y="323027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71"/>
          <p:cNvSpPr/>
          <p:nvPr/>
        </p:nvSpPr>
        <p:spPr>
          <a:xfrm>
            <a:off x="7999975" y="2689550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71"/>
          <p:cNvSpPr/>
          <p:nvPr/>
        </p:nvSpPr>
        <p:spPr>
          <a:xfrm>
            <a:off x="2038875" y="1921900"/>
            <a:ext cx="478200" cy="2196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15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62" name="Google Shape;362;p71"/>
          <p:cNvSpPr/>
          <p:nvPr/>
        </p:nvSpPr>
        <p:spPr>
          <a:xfrm>
            <a:off x="2525775" y="1921900"/>
            <a:ext cx="534000" cy="21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84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63" name="Google Shape;363;p71"/>
          <p:cNvSpPr/>
          <p:nvPr/>
        </p:nvSpPr>
        <p:spPr>
          <a:xfrm>
            <a:off x="2090175" y="2177888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10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64" name="Google Shape;364;p71"/>
          <p:cNvSpPr/>
          <p:nvPr/>
        </p:nvSpPr>
        <p:spPr>
          <a:xfrm>
            <a:off x="2547675" y="2177888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57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65" name="Google Shape;365;p71"/>
          <p:cNvSpPr/>
          <p:nvPr/>
        </p:nvSpPr>
        <p:spPr>
          <a:xfrm>
            <a:off x="8521400" y="4152302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71"/>
          <p:cNvSpPr/>
          <p:nvPr/>
        </p:nvSpPr>
        <p:spPr>
          <a:xfrm>
            <a:off x="2038875" y="2385650"/>
            <a:ext cx="478200" cy="228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8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67" name="Google Shape;367;p71"/>
          <p:cNvSpPr/>
          <p:nvPr/>
        </p:nvSpPr>
        <p:spPr>
          <a:xfrm>
            <a:off x="2525775" y="2385575"/>
            <a:ext cx="534000" cy="22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34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68" name="Google Shape;368;p71"/>
          <p:cNvSpPr/>
          <p:nvPr/>
        </p:nvSpPr>
        <p:spPr>
          <a:xfrm>
            <a:off x="7975000" y="2188525"/>
            <a:ext cx="1998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71"/>
          <p:cNvSpPr/>
          <p:nvPr/>
        </p:nvSpPr>
        <p:spPr>
          <a:xfrm>
            <a:off x="7999975" y="1956350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71"/>
          <p:cNvSpPr/>
          <p:nvPr/>
        </p:nvSpPr>
        <p:spPr>
          <a:xfrm>
            <a:off x="8521400" y="1956350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71"/>
          <p:cNvSpPr/>
          <p:nvPr/>
        </p:nvSpPr>
        <p:spPr>
          <a:xfrm>
            <a:off x="2090175" y="2655200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12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72" name="Google Shape;372;p71"/>
          <p:cNvSpPr/>
          <p:nvPr/>
        </p:nvSpPr>
        <p:spPr>
          <a:xfrm>
            <a:off x="2547675" y="2655200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46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73" name="Google Shape;373;p71"/>
          <p:cNvSpPr/>
          <p:nvPr/>
        </p:nvSpPr>
        <p:spPr>
          <a:xfrm>
            <a:off x="8521400" y="2420700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71"/>
          <p:cNvSpPr/>
          <p:nvPr/>
        </p:nvSpPr>
        <p:spPr>
          <a:xfrm>
            <a:off x="7999975" y="2420700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71"/>
          <p:cNvSpPr/>
          <p:nvPr/>
        </p:nvSpPr>
        <p:spPr>
          <a:xfrm>
            <a:off x="7975000" y="2944438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1"/>
          <p:cNvSpPr/>
          <p:nvPr/>
        </p:nvSpPr>
        <p:spPr>
          <a:xfrm>
            <a:off x="8521400" y="2941563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71"/>
          <p:cNvSpPr/>
          <p:nvPr/>
        </p:nvSpPr>
        <p:spPr>
          <a:xfrm>
            <a:off x="2038875" y="2866593"/>
            <a:ext cx="478200" cy="228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12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78" name="Google Shape;378;p71"/>
          <p:cNvSpPr/>
          <p:nvPr/>
        </p:nvSpPr>
        <p:spPr>
          <a:xfrm>
            <a:off x="2525775" y="2867761"/>
            <a:ext cx="534000" cy="22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46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79" name="Google Shape;379;p71"/>
          <p:cNvSpPr/>
          <p:nvPr/>
        </p:nvSpPr>
        <p:spPr>
          <a:xfrm>
            <a:off x="8521400" y="3481063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71"/>
          <p:cNvSpPr/>
          <p:nvPr/>
        </p:nvSpPr>
        <p:spPr>
          <a:xfrm>
            <a:off x="7975000" y="3465300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71"/>
          <p:cNvSpPr/>
          <p:nvPr/>
        </p:nvSpPr>
        <p:spPr>
          <a:xfrm>
            <a:off x="7975000" y="3954950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71"/>
          <p:cNvSpPr/>
          <p:nvPr/>
        </p:nvSpPr>
        <p:spPr>
          <a:xfrm>
            <a:off x="8521400" y="3954950"/>
            <a:ext cx="199800" cy="158100"/>
          </a:xfrm>
          <a:prstGeom prst="rect">
            <a:avLst/>
          </a:prstGeom>
          <a:solidFill>
            <a:srgbClr val="F1F8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71"/>
          <p:cNvSpPr/>
          <p:nvPr/>
        </p:nvSpPr>
        <p:spPr>
          <a:xfrm>
            <a:off x="2090175" y="3152500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12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84" name="Google Shape;384;p71"/>
          <p:cNvSpPr/>
          <p:nvPr/>
        </p:nvSpPr>
        <p:spPr>
          <a:xfrm>
            <a:off x="2547675" y="3152500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46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85" name="Google Shape;385;p71"/>
          <p:cNvSpPr/>
          <p:nvPr/>
        </p:nvSpPr>
        <p:spPr>
          <a:xfrm>
            <a:off x="2038875" y="3349700"/>
            <a:ext cx="478200" cy="2196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16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86" name="Google Shape;386;p71"/>
          <p:cNvSpPr/>
          <p:nvPr/>
        </p:nvSpPr>
        <p:spPr>
          <a:xfrm>
            <a:off x="2525775" y="3349700"/>
            <a:ext cx="534000" cy="22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83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87" name="Google Shape;387;p71"/>
          <p:cNvSpPr/>
          <p:nvPr/>
        </p:nvSpPr>
        <p:spPr>
          <a:xfrm>
            <a:off x="2094393" y="3619963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16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88" name="Google Shape;388;p71"/>
          <p:cNvSpPr/>
          <p:nvPr/>
        </p:nvSpPr>
        <p:spPr>
          <a:xfrm>
            <a:off x="2547675" y="3619963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83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89" name="Google Shape;389;p71"/>
          <p:cNvSpPr/>
          <p:nvPr/>
        </p:nvSpPr>
        <p:spPr>
          <a:xfrm>
            <a:off x="2038875" y="3829050"/>
            <a:ext cx="478200" cy="228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16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90" name="Google Shape;390;p71"/>
          <p:cNvSpPr/>
          <p:nvPr/>
        </p:nvSpPr>
        <p:spPr>
          <a:xfrm>
            <a:off x="2525775" y="3831650"/>
            <a:ext cx="534000" cy="22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83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91" name="Google Shape;391;p71"/>
          <p:cNvSpPr/>
          <p:nvPr/>
        </p:nvSpPr>
        <p:spPr>
          <a:xfrm>
            <a:off x="4908975" y="1715449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16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92" name="Google Shape;392;p71"/>
          <p:cNvSpPr/>
          <p:nvPr/>
        </p:nvSpPr>
        <p:spPr>
          <a:xfrm>
            <a:off x="5379200" y="1715449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86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93" name="Google Shape;393;p71"/>
          <p:cNvSpPr/>
          <p:nvPr/>
        </p:nvSpPr>
        <p:spPr>
          <a:xfrm>
            <a:off x="4847475" y="1912950"/>
            <a:ext cx="498600" cy="2337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16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94" name="Google Shape;394;p71"/>
          <p:cNvSpPr/>
          <p:nvPr/>
        </p:nvSpPr>
        <p:spPr>
          <a:xfrm>
            <a:off x="5348000" y="1912950"/>
            <a:ext cx="552600" cy="23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86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95" name="Google Shape;395;p71"/>
          <p:cNvSpPr/>
          <p:nvPr/>
        </p:nvSpPr>
        <p:spPr>
          <a:xfrm>
            <a:off x="4851675" y="2147000"/>
            <a:ext cx="490200" cy="2337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20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96" name="Google Shape;396;p71"/>
          <p:cNvSpPr/>
          <p:nvPr/>
        </p:nvSpPr>
        <p:spPr>
          <a:xfrm>
            <a:off x="5379200" y="2183301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67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97" name="Google Shape;397;p71"/>
          <p:cNvSpPr/>
          <p:nvPr/>
        </p:nvSpPr>
        <p:spPr>
          <a:xfrm>
            <a:off x="4851675" y="2385654"/>
            <a:ext cx="490200" cy="228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10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398" name="Google Shape;398;p71"/>
          <p:cNvSpPr/>
          <p:nvPr/>
        </p:nvSpPr>
        <p:spPr>
          <a:xfrm>
            <a:off x="5348000" y="2380550"/>
            <a:ext cx="552600" cy="234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72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399" name="Google Shape;399;p71"/>
          <p:cNvSpPr/>
          <p:nvPr/>
        </p:nvSpPr>
        <p:spPr>
          <a:xfrm>
            <a:off x="4908975" y="2670091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12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00" name="Google Shape;400;p71"/>
          <p:cNvSpPr/>
          <p:nvPr/>
        </p:nvSpPr>
        <p:spPr>
          <a:xfrm>
            <a:off x="5348000" y="2619450"/>
            <a:ext cx="5526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71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01" name="Google Shape;401;p71"/>
          <p:cNvSpPr/>
          <p:nvPr/>
        </p:nvSpPr>
        <p:spPr>
          <a:xfrm>
            <a:off x="4845675" y="2861100"/>
            <a:ext cx="502200" cy="2337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24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02" name="Google Shape;402;p71"/>
          <p:cNvSpPr/>
          <p:nvPr/>
        </p:nvSpPr>
        <p:spPr>
          <a:xfrm>
            <a:off x="5348000" y="2861100"/>
            <a:ext cx="552600" cy="233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174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03" name="Google Shape;403;p71"/>
          <p:cNvSpPr/>
          <p:nvPr/>
        </p:nvSpPr>
        <p:spPr>
          <a:xfrm>
            <a:off x="4908975" y="3153174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14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04" name="Google Shape;404;p71"/>
          <p:cNvSpPr/>
          <p:nvPr/>
        </p:nvSpPr>
        <p:spPr>
          <a:xfrm>
            <a:off x="5379200" y="3153174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136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05" name="Google Shape;405;p71"/>
          <p:cNvSpPr/>
          <p:nvPr/>
        </p:nvSpPr>
        <p:spPr>
          <a:xfrm>
            <a:off x="4849108" y="3349700"/>
            <a:ext cx="490200" cy="228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13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06" name="Google Shape;406;p71"/>
          <p:cNvSpPr/>
          <p:nvPr/>
        </p:nvSpPr>
        <p:spPr>
          <a:xfrm>
            <a:off x="5348000" y="3349700"/>
            <a:ext cx="552600" cy="22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48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07" name="Google Shape;407;p71"/>
          <p:cNvSpPr/>
          <p:nvPr/>
        </p:nvSpPr>
        <p:spPr>
          <a:xfrm>
            <a:off x="4908975" y="3620637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13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08" name="Google Shape;408;p71"/>
          <p:cNvSpPr/>
          <p:nvPr/>
        </p:nvSpPr>
        <p:spPr>
          <a:xfrm>
            <a:off x="5379200" y="3620637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48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09" name="Google Shape;409;p71"/>
          <p:cNvSpPr/>
          <p:nvPr/>
        </p:nvSpPr>
        <p:spPr>
          <a:xfrm>
            <a:off x="4845675" y="3829050"/>
            <a:ext cx="502200" cy="228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13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10" name="Google Shape;410;p71"/>
          <p:cNvSpPr/>
          <p:nvPr/>
        </p:nvSpPr>
        <p:spPr>
          <a:xfrm>
            <a:off x="5354725" y="3829050"/>
            <a:ext cx="546000" cy="228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45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11" name="Google Shape;411;p71"/>
          <p:cNvSpPr/>
          <p:nvPr/>
        </p:nvSpPr>
        <p:spPr>
          <a:xfrm>
            <a:off x="4908975" y="4114438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12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12" name="Google Shape;412;p71"/>
          <p:cNvSpPr/>
          <p:nvPr/>
        </p:nvSpPr>
        <p:spPr>
          <a:xfrm>
            <a:off x="5379200" y="4114438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53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13" name="Google Shape;413;p71"/>
          <p:cNvSpPr/>
          <p:nvPr/>
        </p:nvSpPr>
        <p:spPr>
          <a:xfrm>
            <a:off x="7909475" y="1724553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12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14" name="Google Shape;414;p71"/>
          <p:cNvSpPr/>
          <p:nvPr/>
        </p:nvSpPr>
        <p:spPr>
          <a:xfrm>
            <a:off x="8394075" y="1724553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55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15" name="Google Shape;415;p71"/>
          <p:cNvSpPr/>
          <p:nvPr/>
        </p:nvSpPr>
        <p:spPr>
          <a:xfrm>
            <a:off x="7850075" y="1937675"/>
            <a:ext cx="494400" cy="2196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13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16" name="Google Shape;416;p71"/>
          <p:cNvSpPr/>
          <p:nvPr/>
        </p:nvSpPr>
        <p:spPr>
          <a:xfrm>
            <a:off x="8359725" y="1937725"/>
            <a:ext cx="558900" cy="21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54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17" name="Google Shape;417;p71"/>
          <p:cNvSpPr/>
          <p:nvPr/>
        </p:nvSpPr>
        <p:spPr>
          <a:xfrm>
            <a:off x="7909475" y="2187665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13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18" name="Google Shape;418;p71"/>
          <p:cNvSpPr/>
          <p:nvPr/>
        </p:nvSpPr>
        <p:spPr>
          <a:xfrm>
            <a:off x="8394075" y="2187665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54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19" name="Google Shape;419;p71"/>
          <p:cNvSpPr/>
          <p:nvPr/>
        </p:nvSpPr>
        <p:spPr>
          <a:xfrm>
            <a:off x="7852175" y="2399750"/>
            <a:ext cx="490200" cy="2196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12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20" name="Google Shape;420;p71"/>
          <p:cNvSpPr/>
          <p:nvPr/>
        </p:nvSpPr>
        <p:spPr>
          <a:xfrm>
            <a:off x="8359725" y="2399750"/>
            <a:ext cx="558900" cy="21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49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21" name="Google Shape;421;p71"/>
          <p:cNvSpPr/>
          <p:nvPr/>
        </p:nvSpPr>
        <p:spPr>
          <a:xfrm>
            <a:off x="7909475" y="2664978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12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22" name="Google Shape;422;p71"/>
          <p:cNvSpPr/>
          <p:nvPr/>
        </p:nvSpPr>
        <p:spPr>
          <a:xfrm>
            <a:off x="8394075" y="2664978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53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23" name="Google Shape;423;p71"/>
          <p:cNvSpPr/>
          <p:nvPr/>
        </p:nvSpPr>
        <p:spPr>
          <a:xfrm>
            <a:off x="7843925" y="2893925"/>
            <a:ext cx="506700" cy="2703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12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24" name="Google Shape;424;p71"/>
          <p:cNvSpPr/>
          <p:nvPr/>
        </p:nvSpPr>
        <p:spPr>
          <a:xfrm>
            <a:off x="8361975" y="2893825"/>
            <a:ext cx="554400" cy="270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53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25" name="Google Shape;425;p71"/>
          <p:cNvSpPr/>
          <p:nvPr/>
        </p:nvSpPr>
        <p:spPr>
          <a:xfrm>
            <a:off x="7909475" y="3237973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12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26" name="Google Shape;426;p71"/>
          <p:cNvSpPr/>
          <p:nvPr/>
        </p:nvSpPr>
        <p:spPr>
          <a:xfrm>
            <a:off x="8394075" y="3237973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53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27" name="Google Shape;427;p71"/>
          <p:cNvSpPr/>
          <p:nvPr/>
        </p:nvSpPr>
        <p:spPr>
          <a:xfrm>
            <a:off x="7850075" y="3456875"/>
            <a:ext cx="494400" cy="2130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13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28" name="Google Shape;428;p71"/>
          <p:cNvSpPr/>
          <p:nvPr/>
        </p:nvSpPr>
        <p:spPr>
          <a:xfrm>
            <a:off x="8359725" y="3456875"/>
            <a:ext cx="558900" cy="21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58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29" name="Google Shape;429;p71"/>
          <p:cNvSpPr/>
          <p:nvPr/>
        </p:nvSpPr>
        <p:spPr>
          <a:xfrm>
            <a:off x="7909475" y="3730668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14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30" name="Google Shape;430;p71"/>
          <p:cNvSpPr/>
          <p:nvPr/>
        </p:nvSpPr>
        <p:spPr>
          <a:xfrm>
            <a:off x="8394075" y="3730668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59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31" name="Google Shape;431;p71"/>
          <p:cNvSpPr/>
          <p:nvPr/>
        </p:nvSpPr>
        <p:spPr>
          <a:xfrm>
            <a:off x="7847975" y="3935400"/>
            <a:ext cx="498600" cy="2079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12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32" name="Google Shape;432;p71"/>
          <p:cNvSpPr/>
          <p:nvPr/>
        </p:nvSpPr>
        <p:spPr>
          <a:xfrm>
            <a:off x="8361975" y="3935400"/>
            <a:ext cx="554400" cy="20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48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33" name="Google Shape;433;p71"/>
          <p:cNvSpPr/>
          <p:nvPr/>
        </p:nvSpPr>
        <p:spPr>
          <a:xfrm>
            <a:off x="7909475" y="4158666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8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34" name="Google Shape;434;p71"/>
          <p:cNvSpPr/>
          <p:nvPr/>
        </p:nvSpPr>
        <p:spPr>
          <a:xfrm>
            <a:off x="8394075" y="4158666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49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35" name="Google Shape;435;p71"/>
          <p:cNvSpPr/>
          <p:nvPr/>
        </p:nvSpPr>
        <p:spPr>
          <a:xfrm>
            <a:off x="2090175" y="4125913"/>
            <a:ext cx="375600" cy="158100"/>
          </a:xfrm>
          <a:prstGeom prst="rect">
            <a:avLst/>
          </a:prstGeom>
          <a:solidFill>
            <a:srgbClr val="FEFE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2563EB"/>
                </a:solidFill>
              </a:rPr>
              <a:t>16</a:t>
            </a:r>
            <a:endParaRPr b="1" sz="900">
              <a:solidFill>
                <a:srgbClr val="2563EB"/>
              </a:solidFill>
            </a:endParaRPr>
          </a:p>
        </p:txBody>
      </p:sp>
      <p:sp>
        <p:nvSpPr>
          <p:cNvPr id="436" name="Google Shape;436;p71"/>
          <p:cNvSpPr/>
          <p:nvPr/>
        </p:nvSpPr>
        <p:spPr>
          <a:xfrm>
            <a:off x="2547675" y="4125913"/>
            <a:ext cx="490200" cy="15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56E06"/>
                </a:solidFill>
              </a:rPr>
              <a:t>86</a:t>
            </a:r>
            <a:endParaRPr b="1" sz="900">
              <a:solidFill>
                <a:srgbClr val="056E06"/>
              </a:solidFill>
            </a:endParaRPr>
          </a:p>
        </p:txBody>
      </p:sp>
      <p:sp>
        <p:nvSpPr>
          <p:cNvPr id="437" name="Google Shape;437;p71"/>
          <p:cNvSpPr/>
          <p:nvPr/>
        </p:nvSpPr>
        <p:spPr>
          <a:xfrm>
            <a:off x="7168850" y="795775"/>
            <a:ext cx="887100" cy="282600"/>
          </a:xfrm>
          <a:prstGeom prst="rect">
            <a:avLst/>
          </a:prstGeom>
          <a:solidFill>
            <a:srgbClr val="F0FB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56E06"/>
                </a:solidFill>
                <a:latin typeface="Nunito Black"/>
                <a:ea typeface="Nunito Black"/>
                <a:cs typeface="Nunito Black"/>
                <a:sym typeface="Nunito Black"/>
              </a:rPr>
              <a:t>2,168</a:t>
            </a:r>
            <a:endParaRPr sz="1800">
              <a:solidFill>
                <a:srgbClr val="056E06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438" name="Google Shape;438;p71"/>
          <p:cNvSpPr/>
          <p:nvPr/>
        </p:nvSpPr>
        <p:spPr>
          <a:xfrm>
            <a:off x="4289775" y="795775"/>
            <a:ext cx="887100" cy="282600"/>
          </a:xfrm>
          <a:prstGeom prst="rect">
            <a:avLst/>
          </a:prstGeom>
          <a:solidFill>
            <a:srgbClr val="FE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35202"/>
                </a:solidFill>
                <a:latin typeface="Nunito Black"/>
                <a:ea typeface="Nunito Black"/>
                <a:cs typeface="Nunito Black"/>
                <a:sym typeface="Nunito Black"/>
              </a:rPr>
              <a:t>440</a:t>
            </a:r>
            <a:endParaRPr sz="1800">
              <a:solidFill>
                <a:srgbClr val="056E06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439" name="Google Shape;439;p71"/>
          <p:cNvSpPr/>
          <p:nvPr/>
        </p:nvSpPr>
        <p:spPr>
          <a:xfrm>
            <a:off x="1659000" y="795775"/>
            <a:ext cx="638700" cy="282600"/>
          </a:xfrm>
          <a:prstGeom prst="rect">
            <a:avLst/>
          </a:prstGeom>
          <a:solidFill>
            <a:srgbClr val="EBF7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42F8D"/>
                </a:solidFill>
                <a:latin typeface="Nunito Black"/>
                <a:ea typeface="Nunito Black"/>
                <a:cs typeface="Nunito Black"/>
                <a:sym typeface="Nunito Black"/>
              </a:rPr>
              <a:t>33</a:t>
            </a:r>
            <a:endParaRPr sz="1800">
              <a:solidFill>
                <a:srgbClr val="042F8D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440" name="Google Shape;440;p71"/>
          <p:cNvSpPr/>
          <p:nvPr/>
        </p:nvSpPr>
        <p:spPr>
          <a:xfrm>
            <a:off x="6511175" y="4474019"/>
            <a:ext cx="887100" cy="219600"/>
          </a:xfrm>
          <a:prstGeom prst="rect">
            <a:avLst/>
          </a:prstGeom>
          <a:solidFill>
            <a:srgbClr val="0037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2,168</a:t>
            </a:r>
            <a:endParaRPr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  <p:sp>
        <p:nvSpPr>
          <p:cNvPr id="441" name="Google Shape;441;p71"/>
          <p:cNvSpPr/>
          <p:nvPr/>
        </p:nvSpPr>
        <p:spPr>
          <a:xfrm>
            <a:off x="3800100" y="4465125"/>
            <a:ext cx="638700" cy="219600"/>
          </a:xfrm>
          <a:prstGeom prst="rect">
            <a:avLst/>
          </a:prstGeom>
          <a:solidFill>
            <a:srgbClr val="00377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 Black"/>
                <a:ea typeface="Nunito Black"/>
                <a:cs typeface="Nunito Black"/>
                <a:sym typeface="Nunito Black"/>
              </a:rPr>
              <a:t>440</a:t>
            </a:r>
            <a:endParaRPr>
              <a:solidFill>
                <a:schemeClr val="lt1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2"/>
          <p:cNvSpPr txBox="1"/>
          <p:nvPr/>
        </p:nvSpPr>
        <p:spPr>
          <a:xfrm>
            <a:off x="7721721" y="4707132"/>
            <a:ext cx="163200" cy="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7650" lIns="87650" spcFirstLastPara="1" rIns="87650" wrap="square" tIns="87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75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575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47" name="Google Shape;447;p72"/>
          <p:cNvGrpSpPr/>
          <p:nvPr/>
        </p:nvGrpSpPr>
        <p:grpSpPr>
          <a:xfrm>
            <a:off x="8766550" y="4728089"/>
            <a:ext cx="163345" cy="115895"/>
            <a:chOff x="8938875" y="4959850"/>
            <a:chExt cx="170400" cy="120900"/>
          </a:xfrm>
        </p:grpSpPr>
        <p:sp>
          <p:nvSpPr>
            <p:cNvPr id="448" name="Google Shape;448;p72"/>
            <p:cNvSpPr/>
            <p:nvPr/>
          </p:nvSpPr>
          <p:spPr>
            <a:xfrm>
              <a:off x="8998875" y="4959850"/>
              <a:ext cx="110400" cy="120900"/>
            </a:xfrm>
            <a:prstGeom prst="ellipse">
              <a:avLst/>
            </a:prstGeom>
            <a:solidFill>
              <a:srgbClr val="FFC000"/>
            </a:solidFill>
            <a:ln cap="flat" cmpd="sng" w="91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7650" lIns="87650" spcFirstLastPara="1" rIns="87650" wrap="square" tIns="87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42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49" name="Google Shape;449;p72"/>
            <p:cNvSpPr txBox="1"/>
            <p:nvPr/>
          </p:nvSpPr>
          <p:spPr>
            <a:xfrm>
              <a:off x="8938875" y="4972304"/>
              <a:ext cx="170400" cy="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7650" lIns="87650" spcFirstLastPara="1" rIns="87650" wrap="square" tIns="87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75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sz="575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50" name="Google Shape;450;p72"/>
          <p:cNvSpPr txBox="1"/>
          <p:nvPr/>
        </p:nvSpPr>
        <p:spPr>
          <a:xfrm>
            <a:off x="656659" y="619697"/>
            <a:ext cx="7757700" cy="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32850" lIns="65725" spcFirstLastPara="1" rIns="65725" wrap="square" tIns="3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The final proposal presents a five-year service-based commercial structure.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1" name="Google Shape;451;p72"/>
          <p:cNvSpPr/>
          <p:nvPr/>
        </p:nvSpPr>
        <p:spPr>
          <a:xfrm>
            <a:off x="625075" y="845362"/>
            <a:ext cx="7889400" cy="165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38344" rotWithShape="0" dir="5400000" dist="22048">
              <a:srgbClr val="000000">
                <a:alpha val="34900"/>
              </a:srgbClr>
            </a:outerShdw>
          </a:effectLst>
        </p:spPr>
        <p:txBody>
          <a:bodyPr anchorCtr="0" anchor="ctr" bIns="32850" lIns="65725" spcFirstLastPara="1" rIns="65725" wrap="square" tIns="3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342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2" name="Google Shape;452;p72"/>
          <p:cNvSpPr/>
          <p:nvPr/>
        </p:nvSpPr>
        <p:spPr>
          <a:xfrm>
            <a:off x="625075" y="1089025"/>
            <a:ext cx="2016900" cy="107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6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558" rotWithShape="0" dir="5400000" dist="23321">
              <a:srgbClr val="000000">
                <a:alpha val="34900"/>
              </a:srgbClr>
            </a:outerShdw>
          </a:effectLst>
        </p:spPr>
        <p:txBody>
          <a:bodyPr anchorCtr="0" anchor="ctr" bIns="34750" lIns="69500" spcFirstLastPara="1" rIns="69500" wrap="square" tIns="34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2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3" name="Google Shape;453;p72"/>
          <p:cNvSpPr/>
          <p:nvPr/>
        </p:nvSpPr>
        <p:spPr>
          <a:xfrm>
            <a:off x="625075" y="1089025"/>
            <a:ext cx="41700" cy="10776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558" rotWithShape="0" dir="5400000" dist="23321">
              <a:srgbClr val="000000">
                <a:alpha val="34900"/>
              </a:srgbClr>
            </a:outerShdw>
          </a:effectLst>
        </p:spPr>
        <p:txBody>
          <a:bodyPr anchorCtr="0" anchor="ctr" bIns="34750" lIns="69500" spcFirstLastPara="1" rIns="69500" wrap="square" tIns="34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2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4" name="Google Shape;454;p72"/>
          <p:cNvSpPr txBox="1"/>
          <p:nvPr/>
        </p:nvSpPr>
        <p:spPr>
          <a:xfrm>
            <a:off x="778061" y="1188729"/>
            <a:ext cx="17382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00" spcFirstLastPara="1" rIns="69500" wrap="square" tIns="34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2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TOTAL OFFER</a:t>
            </a:r>
            <a:endParaRPr b="1" sz="952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5" name="Google Shape;455;p72"/>
          <p:cNvSpPr txBox="1"/>
          <p:nvPr/>
        </p:nvSpPr>
        <p:spPr>
          <a:xfrm>
            <a:off x="778061" y="1400840"/>
            <a:ext cx="1738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00" spcFirstLastPara="1" rIns="69500" wrap="square" tIns="34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87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186,905,000</a:t>
            </a:r>
            <a:endParaRPr sz="1587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6" name="Google Shape;456;p72"/>
          <p:cNvSpPr txBox="1"/>
          <p:nvPr/>
        </p:nvSpPr>
        <p:spPr>
          <a:xfrm>
            <a:off x="805711" y="1937436"/>
            <a:ext cx="1738200" cy="2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00" spcFirstLastPara="1" rIns="69500" wrap="square" tIns="34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21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Five-year program</a:t>
            </a:r>
            <a:endParaRPr sz="1427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7" name="Google Shape;457;p72"/>
          <p:cNvSpPr/>
          <p:nvPr/>
        </p:nvSpPr>
        <p:spPr>
          <a:xfrm>
            <a:off x="2746015" y="1089025"/>
            <a:ext cx="2016900" cy="107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6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558" rotWithShape="0" dir="5400000" dist="23321">
              <a:srgbClr val="000000">
                <a:alpha val="34900"/>
              </a:srgbClr>
            </a:outerShdw>
          </a:effectLst>
        </p:spPr>
        <p:txBody>
          <a:bodyPr anchorCtr="0" anchor="ctr" bIns="34750" lIns="69500" spcFirstLastPara="1" rIns="69500" wrap="square" tIns="34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2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8" name="Google Shape;458;p72"/>
          <p:cNvSpPr/>
          <p:nvPr/>
        </p:nvSpPr>
        <p:spPr>
          <a:xfrm>
            <a:off x="2746015" y="1089025"/>
            <a:ext cx="41700" cy="10776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558" rotWithShape="0" dir="5400000" dist="23321">
              <a:srgbClr val="000000">
                <a:alpha val="34900"/>
              </a:srgbClr>
            </a:outerShdw>
          </a:effectLst>
        </p:spPr>
        <p:txBody>
          <a:bodyPr anchorCtr="0" anchor="ctr" bIns="34750" lIns="69500" spcFirstLastPara="1" rIns="69500" wrap="square" tIns="34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2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9" name="Google Shape;459;p72"/>
          <p:cNvSpPr txBox="1"/>
          <p:nvPr/>
        </p:nvSpPr>
        <p:spPr>
          <a:xfrm>
            <a:off x="2899001" y="1188729"/>
            <a:ext cx="17382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00" spcFirstLastPara="1" rIns="69500" wrap="square" tIns="34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2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ROLLOUT</a:t>
            </a:r>
            <a:endParaRPr sz="952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0" name="Google Shape;460;p72"/>
          <p:cNvSpPr txBox="1"/>
          <p:nvPr/>
        </p:nvSpPr>
        <p:spPr>
          <a:xfrm>
            <a:off x="2899001" y="1400840"/>
            <a:ext cx="17382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00" spcFirstLastPara="1" rIns="69500" wrap="square" tIns="34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87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111,665,000</a:t>
            </a:r>
            <a:endParaRPr sz="1587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1" name="Google Shape;461;p72"/>
          <p:cNvSpPr txBox="1"/>
          <p:nvPr/>
        </p:nvSpPr>
        <p:spPr>
          <a:xfrm>
            <a:off x="2899001" y="1950524"/>
            <a:ext cx="17382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00" spcFirstLastPara="1" rIns="69500" wrap="square" tIns="34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1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August 2026–December 2029</a:t>
            </a:r>
            <a:endParaRPr sz="1215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2" name="Google Shape;462;p72"/>
          <p:cNvSpPr/>
          <p:nvPr/>
        </p:nvSpPr>
        <p:spPr>
          <a:xfrm>
            <a:off x="4866955" y="1089025"/>
            <a:ext cx="2016900" cy="107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6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558" rotWithShape="0" dir="5400000" dist="23321">
              <a:srgbClr val="000000">
                <a:alpha val="34900"/>
              </a:srgbClr>
            </a:outerShdw>
          </a:effectLst>
        </p:spPr>
        <p:txBody>
          <a:bodyPr anchorCtr="0" anchor="ctr" bIns="34750" lIns="69500" spcFirstLastPara="1" rIns="69500" wrap="square" tIns="34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2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3" name="Google Shape;463;p72"/>
          <p:cNvSpPr/>
          <p:nvPr/>
        </p:nvSpPr>
        <p:spPr>
          <a:xfrm>
            <a:off x="4866955" y="1089025"/>
            <a:ext cx="41700" cy="10776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558" rotWithShape="0" dir="5400000" dist="23321">
              <a:srgbClr val="000000">
                <a:alpha val="34900"/>
              </a:srgbClr>
            </a:outerShdw>
          </a:effectLst>
        </p:spPr>
        <p:txBody>
          <a:bodyPr anchorCtr="0" anchor="ctr" bIns="34750" lIns="69500" spcFirstLastPara="1" rIns="69500" wrap="square" tIns="34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2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4" name="Google Shape;464;p72"/>
          <p:cNvSpPr txBox="1"/>
          <p:nvPr/>
        </p:nvSpPr>
        <p:spPr>
          <a:xfrm>
            <a:off x="5033766" y="1188729"/>
            <a:ext cx="17382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00" spcFirstLastPara="1" rIns="69500" wrap="square" tIns="34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2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MAINTENANCE</a:t>
            </a:r>
            <a:endParaRPr sz="952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5" name="Google Shape;465;p72"/>
          <p:cNvSpPr txBox="1"/>
          <p:nvPr/>
        </p:nvSpPr>
        <p:spPr>
          <a:xfrm>
            <a:off x="5033766" y="1522850"/>
            <a:ext cx="1738200" cy="3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00" spcFirstLastPara="1" rIns="69500" wrap="square" tIns="34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87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75,240,000</a:t>
            </a:r>
            <a:endParaRPr sz="1587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6" name="Google Shape;466;p72"/>
          <p:cNvSpPr txBox="1"/>
          <p:nvPr/>
        </p:nvSpPr>
        <p:spPr>
          <a:xfrm>
            <a:off x="5033766" y="1911261"/>
            <a:ext cx="17382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00" spcFirstLastPara="1" rIns="69500" wrap="square" tIns="34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1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2030–2031</a:t>
            </a:r>
            <a:endParaRPr sz="1315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7" name="Google Shape;467;p72"/>
          <p:cNvSpPr/>
          <p:nvPr/>
        </p:nvSpPr>
        <p:spPr>
          <a:xfrm>
            <a:off x="6987894" y="1089025"/>
            <a:ext cx="1877700" cy="107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6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558" rotWithShape="0" dir="5400000" dist="23321">
              <a:srgbClr val="000000">
                <a:alpha val="34900"/>
              </a:srgbClr>
            </a:outerShdw>
          </a:effectLst>
        </p:spPr>
        <p:txBody>
          <a:bodyPr anchorCtr="0" anchor="ctr" bIns="34750" lIns="69500" spcFirstLastPara="1" rIns="69500" wrap="square" tIns="34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2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8" name="Google Shape;468;p72"/>
          <p:cNvSpPr/>
          <p:nvPr/>
        </p:nvSpPr>
        <p:spPr>
          <a:xfrm>
            <a:off x="6987894" y="1089025"/>
            <a:ext cx="41700" cy="10776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558" rotWithShape="0" dir="5400000" dist="23321">
              <a:srgbClr val="000000">
                <a:alpha val="34900"/>
              </a:srgbClr>
            </a:outerShdw>
          </a:effectLst>
        </p:spPr>
        <p:txBody>
          <a:bodyPr anchorCtr="0" anchor="ctr" bIns="34750" lIns="69500" spcFirstLastPara="1" rIns="69500" wrap="square" tIns="34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2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9" name="Google Shape;469;p72"/>
          <p:cNvSpPr txBox="1"/>
          <p:nvPr/>
        </p:nvSpPr>
        <p:spPr>
          <a:xfrm>
            <a:off x="7140880" y="1188729"/>
            <a:ext cx="1599300" cy="2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00" spcFirstLastPara="1" rIns="69500" wrap="square" tIns="34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2" u="none" cap="none" strike="noStrike">
                <a:solidFill>
                  <a:schemeClr val="accent3"/>
                </a:solidFill>
                <a:latin typeface="Nunito"/>
                <a:ea typeface="Nunito"/>
                <a:cs typeface="Nunito"/>
                <a:sym typeface="Nunito"/>
              </a:rPr>
              <a:t>TOTAL SAVING</a:t>
            </a:r>
            <a:endParaRPr sz="952">
              <a:solidFill>
                <a:schemeClr val="accent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0" name="Google Shape;470;p72"/>
          <p:cNvSpPr txBox="1"/>
          <p:nvPr/>
        </p:nvSpPr>
        <p:spPr>
          <a:xfrm>
            <a:off x="7140880" y="1400840"/>
            <a:ext cx="15993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00" spcFirstLastPara="1" rIns="69500" wrap="square" tIns="34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87" u="none" cap="none" strike="noStrike">
                <a:solidFill>
                  <a:schemeClr val="accent6"/>
                </a:solidFill>
                <a:latin typeface="Nunito"/>
                <a:ea typeface="Nunito"/>
                <a:cs typeface="Nunito"/>
                <a:sym typeface="Nunito"/>
              </a:rPr>
              <a:t>BDT 48,625,000</a:t>
            </a:r>
            <a:endParaRPr sz="1587">
              <a:solidFill>
                <a:schemeClr val="accent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1" name="Google Shape;471;p72"/>
          <p:cNvSpPr txBox="1"/>
          <p:nvPr/>
        </p:nvSpPr>
        <p:spPr>
          <a:xfrm>
            <a:off x="7160380" y="1950524"/>
            <a:ext cx="1599300" cy="1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750" lIns="69500" spcFirstLastPara="1" rIns="69500" wrap="square" tIns="347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10" u="none" cap="none" strike="noStrike">
                <a:solidFill>
                  <a:srgbClr val="0CBC5D"/>
                </a:solidFill>
                <a:latin typeface="Nunito"/>
                <a:ea typeface="Nunito"/>
                <a:cs typeface="Nunito"/>
                <a:sym typeface="Nunito"/>
              </a:rPr>
              <a:t>20.6% lower than benchmark</a:t>
            </a:r>
            <a:endParaRPr sz="1215">
              <a:solidFill>
                <a:srgbClr val="0CBC5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2" name="Google Shape;472;p72"/>
          <p:cNvSpPr txBox="1"/>
          <p:nvPr/>
        </p:nvSpPr>
        <p:spPr>
          <a:xfrm>
            <a:off x="586116" y="2307393"/>
            <a:ext cx="3418800" cy="2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2850" lIns="65725" spcFirstLastPara="1" rIns="65725" wrap="square" tIns="3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4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Commercial </a:t>
            </a:r>
            <a:r>
              <a:rPr b="1" lang="en" sz="1354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b="1" i="0" lang="en" sz="1354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omparison</a:t>
            </a:r>
            <a:endParaRPr sz="135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3" name="Google Shape;473;p72"/>
          <p:cNvSpPr txBox="1"/>
          <p:nvPr/>
        </p:nvSpPr>
        <p:spPr>
          <a:xfrm>
            <a:off x="559601" y="2732575"/>
            <a:ext cx="16434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2850" lIns="65725" spcFirstLastPara="1" rIns="65725" wrap="square" tIns="3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Service-based offer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4" name="Google Shape;474;p72"/>
          <p:cNvSpPr/>
          <p:nvPr/>
        </p:nvSpPr>
        <p:spPr>
          <a:xfrm>
            <a:off x="2170039" y="2714989"/>
            <a:ext cx="4109100" cy="22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8344" rotWithShape="0" dir="5400000" dist="22048">
              <a:srgbClr val="000000">
                <a:alpha val="34900"/>
              </a:srgbClr>
            </a:outerShdw>
          </a:effectLst>
        </p:spPr>
        <p:txBody>
          <a:bodyPr anchorCtr="0" anchor="ctr" bIns="32850" lIns="65725" spcFirstLastPara="1" rIns="65725" wrap="square" tIns="3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342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5" name="Google Shape;475;p72"/>
          <p:cNvSpPr/>
          <p:nvPr/>
        </p:nvSpPr>
        <p:spPr>
          <a:xfrm>
            <a:off x="2170039" y="2714989"/>
            <a:ext cx="3072000" cy="2235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344" rotWithShape="0" dir="5400000" dist="22048">
              <a:srgbClr val="000000">
                <a:alpha val="34900"/>
              </a:srgbClr>
            </a:outerShdw>
          </a:effectLst>
        </p:spPr>
        <p:txBody>
          <a:bodyPr anchorCtr="0" anchor="ctr" bIns="32850" lIns="65725" spcFirstLastPara="1" rIns="65725" wrap="square" tIns="3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342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6" name="Google Shape;476;p72"/>
          <p:cNvSpPr txBox="1"/>
          <p:nvPr/>
        </p:nvSpPr>
        <p:spPr>
          <a:xfrm>
            <a:off x="6476214" y="2713273"/>
            <a:ext cx="15120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2850" lIns="65725" spcFirstLastPara="1" rIns="65725" wrap="square" tIns="3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186,905,000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7" name="Google Shape;477;p72"/>
          <p:cNvSpPr txBox="1"/>
          <p:nvPr/>
        </p:nvSpPr>
        <p:spPr>
          <a:xfrm>
            <a:off x="559601" y="3258500"/>
            <a:ext cx="16434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2850" lIns="65725" spcFirstLastPara="1" rIns="65725" wrap="square" tIns="3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Staff-cost equivalent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8" name="Google Shape;478;p72"/>
          <p:cNvSpPr/>
          <p:nvPr/>
        </p:nvSpPr>
        <p:spPr>
          <a:xfrm>
            <a:off x="2170039" y="3240919"/>
            <a:ext cx="4109100" cy="2235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8344" rotWithShape="0" dir="5400000" dist="22048">
              <a:srgbClr val="000000">
                <a:alpha val="34900"/>
              </a:srgbClr>
            </a:outerShdw>
          </a:effectLst>
        </p:spPr>
        <p:txBody>
          <a:bodyPr anchorCtr="0" anchor="ctr" bIns="32850" lIns="65725" spcFirstLastPara="1" rIns="65725" wrap="square" tIns="3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342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9" name="Google Shape;479;p72"/>
          <p:cNvSpPr/>
          <p:nvPr/>
        </p:nvSpPr>
        <p:spPr>
          <a:xfrm>
            <a:off x="2170039" y="3240919"/>
            <a:ext cx="3871200" cy="223500"/>
          </a:xfrm>
          <a:prstGeom prst="rect">
            <a:avLst/>
          </a:prstGeom>
          <a:solidFill>
            <a:srgbClr val="142A46"/>
          </a:solidFill>
          <a:ln>
            <a:noFill/>
          </a:ln>
          <a:effectLst>
            <a:outerShdw blurRad="38344" rotWithShape="0" dir="5400000" dist="22048">
              <a:srgbClr val="000000">
                <a:alpha val="34900"/>
              </a:srgbClr>
            </a:outerShdw>
          </a:effectLst>
        </p:spPr>
        <p:txBody>
          <a:bodyPr anchorCtr="0" anchor="ctr" bIns="32850" lIns="65725" spcFirstLastPara="1" rIns="65725" wrap="square" tIns="3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342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0" name="Google Shape;480;p72"/>
          <p:cNvSpPr txBox="1"/>
          <p:nvPr/>
        </p:nvSpPr>
        <p:spPr>
          <a:xfrm>
            <a:off x="6476214" y="3239203"/>
            <a:ext cx="1512000" cy="22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2850" lIns="65725" spcFirstLastPara="1" rIns="65725" wrap="square" tIns="3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235,530,000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1" name="Google Shape;481;p72"/>
          <p:cNvSpPr/>
          <p:nvPr/>
        </p:nvSpPr>
        <p:spPr>
          <a:xfrm>
            <a:off x="559600" y="3721525"/>
            <a:ext cx="7790400" cy="107760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1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38344" rotWithShape="0" dir="5400000" dist="22048">
              <a:srgbClr val="000000">
                <a:alpha val="34900"/>
              </a:srgbClr>
            </a:outerShdw>
          </a:effectLst>
        </p:spPr>
        <p:txBody>
          <a:bodyPr anchorCtr="0" anchor="ctr" bIns="32850" lIns="65725" spcFirstLastPara="1" rIns="65725" wrap="square" tIns="32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342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2" name="Google Shape;482;p72"/>
          <p:cNvSpPr txBox="1"/>
          <p:nvPr/>
        </p:nvSpPr>
        <p:spPr>
          <a:xfrm>
            <a:off x="835453" y="3839856"/>
            <a:ext cx="73959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2850" lIns="65725" spcFirstLastPara="1" rIns="65725" wrap="square" tIns="3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Management </a:t>
            </a:r>
            <a:r>
              <a:rPr b="1" lang="en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b="1" i="0" lang="en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akeaway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3" name="Google Shape;483;p72"/>
          <p:cNvSpPr txBox="1"/>
          <p:nvPr/>
        </p:nvSpPr>
        <p:spPr>
          <a:xfrm>
            <a:off x="835453" y="4096834"/>
            <a:ext cx="1182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2850" lIns="65725" spcFirstLastPara="1" rIns="65725" wrap="square" tIns="3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9" u="none" cap="none" strike="noStrike">
                <a:solidFill>
                  <a:srgbClr val="2563EB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 sz="105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4" name="Google Shape;484;p72"/>
          <p:cNvSpPr txBox="1"/>
          <p:nvPr/>
        </p:nvSpPr>
        <p:spPr>
          <a:xfrm>
            <a:off x="966939" y="4121257"/>
            <a:ext cx="72318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2850" lIns="65725" spcFirstLastPara="1" rIns="65725" wrap="square" tIns="3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67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Payment is linked to the number of live services rather than the full 33-service portfolio from day one.</a:t>
            </a:r>
            <a:endParaRPr sz="125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5" name="Google Shape;485;p72"/>
          <p:cNvSpPr txBox="1"/>
          <p:nvPr/>
        </p:nvSpPr>
        <p:spPr>
          <a:xfrm>
            <a:off x="835453" y="4342940"/>
            <a:ext cx="1182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2850" lIns="65725" spcFirstLastPara="1" rIns="65725" wrap="square" tIns="3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59" u="none" cap="none" strike="noStrike">
                <a:solidFill>
                  <a:srgbClr val="2563EB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 sz="105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6" name="Google Shape;486;p72"/>
          <p:cNvSpPr txBox="1"/>
          <p:nvPr/>
        </p:nvSpPr>
        <p:spPr>
          <a:xfrm>
            <a:off x="966939" y="4367363"/>
            <a:ext cx="7231800" cy="2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2850" lIns="65725" spcFirstLastPara="1" rIns="65725" wrap="square" tIns="3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67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The per-service rate reduces progressively and transitions to a lower maintenance rate after full rollout.</a:t>
            </a:r>
            <a:endParaRPr sz="125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7" name="Google Shape;487;p72"/>
          <p:cNvSpPr txBox="1"/>
          <p:nvPr/>
        </p:nvSpPr>
        <p:spPr>
          <a:xfrm>
            <a:off x="638224" y="147368"/>
            <a:ext cx="63042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50" lIns="86250" spcFirstLastPara="1" rIns="86250" wrap="square" tIns="86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8"/>
              <a:buFont typeface="Arial"/>
              <a:buNone/>
            </a:pPr>
            <a:r>
              <a:rPr b="1" lang="en" sz="1887">
                <a:solidFill>
                  <a:srgbClr val="FFFFFF"/>
                </a:solidFill>
                <a:highlight>
                  <a:srgbClr val="FFC000"/>
                </a:highlight>
                <a:latin typeface="Nunito"/>
                <a:ea typeface="Nunito"/>
                <a:cs typeface="Nunito"/>
                <a:sym typeface="Nunito"/>
              </a:rPr>
              <a:t>Financial Offer </a:t>
            </a:r>
            <a:r>
              <a:rPr b="1" lang="en" sz="1887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 BSTI</a:t>
            </a:r>
            <a:endParaRPr b="1" sz="1887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8"/>
              <a:buFont typeface="Arial"/>
              <a:buNone/>
            </a:pPr>
            <a:r>
              <a:t/>
            </a:r>
            <a:endParaRPr b="1" sz="1887">
              <a:solidFill>
                <a:srgbClr val="FFFFFF"/>
              </a:solidFill>
              <a:highlight>
                <a:srgbClr val="FFC000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3"/>
          <p:cNvSpPr txBox="1"/>
          <p:nvPr/>
        </p:nvSpPr>
        <p:spPr>
          <a:xfrm>
            <a:off x="7848850" y="4937950"/>
            <a:ext cx="170400" cy="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6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493" name="Google Shape;493;p73"/>
          <p:cNvGrpSpPr/>
          <p:nvPr/>
        </p:nvGrpSpPr>
        <p:grpSpPr>
          <a:xfrm>
            <a:off x="8938875" y="4959850"/>
            <a:ext cx="170400" cy="120900"/>
            <a:chOff x="8938875" y="4959850"/>
            <a:chExt cx="170400" cy="120900"/>
          </a:xfrm>
        </p:grpSpPr>
        <p:sp>
          <p:nvSpPr>
            <p:cNvPr id="494" name="Google Shape;494;p73"/>
            <p:cNvSpPr/>
            <p:nvPr/>
          </p:nvSpPr>
          <p:spPr>
            <a:xfrm>
              <a:off x="8998875" y="4959850"/>
              <a:ext cx="110400" cy="120900"/>
            </a:xfrm>
            <a:prstGeom prst="ellipse">
              <a:avLst/>
            </a:prstGeom>
            <a:solidFill>
              <a:srgbClr val="FFC00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495" name="Google Shape;495;p73"/>
            <p:cNvSpPr txBox="1"/>
            <p:nvPr/>
          </p:nvSpPr>
          <p:spPr>
            <a:xfrm>
              <a:off x="8938875" y="4972304"/>
              <a:ext cx="170400" cy="9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rPr>
                <a:t>2</a:t>
              </a:r>
              <a:endParaRPr sz="6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496" name="Google Shape;496;p73"/>
          <p:cNvSpPr txBox="1"/>
          <p:nvPr/>
        </p:nvSpPr>
        <p:spPr>
          <a:xfrm>
            <a:off x="477302" y="843595"/>
            <a:ext cx="8092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Quarter-wise commercial schedule from the final proposal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7" name="Google Shape;497;p73"/>
          <p:cNvSpPr/>
          <p:nvPr/>
        </p:nvSpPr>
        <p:spPr>
          <a:xfrm>
            <a:off x="445782" y="1078083"/>
            <a:ext cx="8229900" cy="171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498" name="Google Shape;498;p73"/>
          <p:cNvGraphicFramePr/>
          <p:nvPr/>
        </p:nvGraphicFramePr>
        <p:xfrm>
          <a:off x="558629" y="12428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{EE92B2B0-5E53-45F1-8D03-B055512A1B91}</a:tableStyleId>
              </a:tblPr>
              <a:tblGrid>
                <a:gridCol w="1506200"/>
                <a:gridCol w="851325"/>
                <a:gridCol w="1407950"/>
                <a:gridCol w="1800875"/>
              </a:tblGrid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Period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Live Services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Monthly Rate / Service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Quarter / Period Payment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Aug–Dec 2026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65,000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1,625,000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Jan–Mar 2027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180,000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2,700,000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Apr–Jun 2027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180,000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4,320,000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Jul–Sep 2027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180,000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5,940,000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Oct–Dec 2027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180,000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7,560,000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Jan–Mar 2028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17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155,000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7,905,000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Apr–Jun 2028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155,000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9,300,000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Jul–Sep 2028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23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155,000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10,695,000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Oct–Dec 2028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26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155,000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12,090,000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Jan–Mar 2029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29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130,000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11,310,000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Apr–Jun 2029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32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130,000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12,480,000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Jul–Sep 2029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33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130,000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12,870,000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53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Oct–Dec 2029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33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130,000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12,870,000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9" name="Google Shape;499;p73"/>
          <p:cNvSpPr/>
          <p:nvPr/>
        </p:nvSpPr>
        <p:spPr>
          <a:xfrm>
            <a:off x="6412401" y="1245977"/>
            <a:ext cx="2126100" cy="99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0" name="Google Shape;500;p73"/>
          <p:cNvSpPr/>
          <p:nvPr/>
        </p:nvSpPr>
        <p:spPr>
          <a:xfrm>
            <a:off x="6412401" y="1245977"/>
            <a:ext cx="41100" cy="9945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5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1" name="Google Shape;501;p73"/>
          <p:cNvSpPr txBox="1"/>
          <p:nvPr/>
        </p:nvSpPr>
        <p:spPr>
          <a:xfrm>
            <a:off x="6563281" y="1355705"/>
            <a:ext cx="18516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ROLLOUT TOTAL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2" name="Google Shape;502;p73"/>
          <p:cNvSpPr txBox="1"/>
          <p:nvPr/>
        </p:nvSpPr>
        <p:spPr>
          <a:xfrm>
            <a:off x="6563281" y="1623167"/>
            <a:ext cx="18516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111,665,000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3" name="Google Shape;503;p73"/>
          <p:cNvSpPr txBox="1"/>
          <p:nvPr/>
        </p:nvSpPr>
        <p:spPr>
          <a:xfrm>
            <a:off x="6563281" y="1968205"/>
            <a:ext cx="1851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August 2026–December 2029</a:t>
            </a:r>
            <a:endParaRPr b="1" sz="90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4" name="Google Shape;504;p73"/>
          <p:cNvSpPr txBox="1"/>
          <p:nvPr/>
        </p:nvSpPr>
        <p:spPr>
          <a:xfrm>
            <a:off x="6412401" y="2514707"/>
            <a:ext cx="21261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Annual cash profile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5" name="Google Shape;505;p73"/>
          <p:cNvSpPr txBox="1"/>
          <p:nvPr/>
        </p:nvSpPr>
        <p:spPr>
          <a:xfrm>
            <a:off x="6412401" y="2857607"/>
            <a:ext cx="51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2026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6" name="Google Shape;506;p73"/>
          <p:cNvSpPr txBox="1"/>
          <p:nvPr/>
        </p:nvSpPr>
        <p:spPr>
          <a:xfrm>
            <a:off x="7302925" y="2857607"/>
            <a:ext cx="1543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1,625,000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7" name="Google Shape;507;p73"/>
          <p:cNvSpPr txBox="1"/>
          <p:nvPr/>
        </p:nvSpPr>
        <p:spPr>
          <a:xfrm>
            <a:off x="6412401" y="3234797"/>
            <a:ext cx="51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2027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8" name="Google Shape;508;p73"/>
          <p:cNvSpPr txBox="1"/>
          <p:nvPr/>
        </p:nvSpPr>
        <p:spPr>
          <a:xfrm>
            <a:off x="7302925" y="3234797"/>
            <a:ext cx="1543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20,520,000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9" name="Google Shape;509;p73"/>
          <p:cNvSpPr txBox="1"/>
          <p:nvPr/>
        </p:nvSpPr>
        <p:spPr>
          <a:xfrm>
            <a:off x="6412401" y="3611987"/>
            <a:ext cx="51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2028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0" name="Google Shape;510;p73"/>
          <p:cNvSpPr txBox="1"/>
          <p:nvPr/>
        </p:nvSpPr>
        <p:spPr>
          <a:xfrm>
            <a:off x="7302925" y="3611987"/>
            <a:ext cx="1543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39,990,000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1" name="Google Shape;511;p73"/>
          <p:cNvSpPr txBox="1"/>
          <p:nvPr/>
        </p:nvSpPr>
        <p:spPr>
          <a:xfrm>
            <a:off x="6412401" y="3989177"/>
            <a:ext cx="5145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2029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2" name="Google Shape;512;p73"/>
          <p:cNvSpPr txBox="1"/>
          <p:nvPr/>
        </p:nvSpPr>
        <p:spPr>
          <a:xfrm>
            <a:off x="7302925" y="3989177"/>
            <a:ext cx="15432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49,530,000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3" name="Google Shape;513;p73"/>
          <p:cNvSpPr txBox="1"/>
          <p:nvPr/>
        </p:nvSpPr>
        <p:spPr>
          <a:xfrm>
            <a:off x="6412401" y="4485091"/>
            <a:ext cx="21945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D97706"/>
                </a:solidFill>
                <a:latin typeface="Nunito"/>
                <a:ea typeface="Nunito"/>
                <a:cs typeface="Nunito"/>
                <a:sym typeface="Nunito"/>
              </a:rPr>
              <a:t>Peak rollout year: 2029</a:t>
            </a:r>
            <a:endParaRPr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4" name="Google Shape;514;p73"/>
          <p:cNvSpPr txBox="1"/>
          <p:nvPr/>
        </p:nvSpPr>
        <p:spPr>
          <a:xfrm>
            <a:off x="443209" y="142680"/>
            <a:ext cx="63042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50" lIns="86250" spcFirstLastPara="1" rIns="86250" wrap="square" tIns="86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8"/>
              <a:buFont typeface="Arial"/>
              <a:buNone/>
            </a:pPr>
            <a:r>
              <a:rPr b="1" lang="en" sz="1887">
                <a:solidFill>
                  <a:srgbClr val="FFFFFF"/>
                </a:solidFill>
                <a:highlight>
                  <a:srgbClr val="FFC000"/>
                </a:highlight>
                <a:latin typeface="Montserrat"/>
                <a:ea typeface="Montserrat"/>
                <a:cs typeface="Montserrat"/>
                <a:sym typeface="Montserrat"/>
              </a:rPr>
              <a:t>Rollout Payment Schedule</a:t>
            </a:r>
            <a:r>
              <a:rPr b="1" lang="en" sz="1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887">
                <a:latin typeface="Montserrat"/>
                <a:ea typeface="Montserrat"/>
                <a:cs typeface="Montserrat"/>
                <a:sym typeface="Montserrat"/>
              </a:rPr>
              <a:t>August 2026 to December 2029</a:t>
            </a:r>
            <a:endParaRPr b="1" sz="1887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4"/>
          <p:cNvSpPr txBox="1"/>
          <p:nvPr/>
        </p:nvSpPr>
        <p:spPr>
          <a:xfrm>
            <a:off x="612039" y="742179"/>
            <a:ext cx="77958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25" lIns="66075" spcFirstLastPara="1" rIns="66075" wrap="square" tIns="33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The monthly per-service rate reduces as the portfolio matures.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0" name="Google Shape;520;p74"/>
          <p:cNvSpPr/>
          <p:nvPr/>
        </p:nvSpPr>
        <p:spPr>
          <a:xfrm>
            <a:off x="598826" y="1041271"/>
            <a:ext cx="7927800" cy="165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531" rotWithShape="0" dir="5400000" dist="22155">
              <a:srgbClr val="000000">
                <a:alpha val="34900"/>
              </a:srgbClr>
            </a:outerShdw>
          </a:effectLst>
        </p:spPr>
        <p:txBody>
          <a:bodyPr anchorCtr="0" anchor="ctr" bIns="33025" lIns="66075" spcFirstLastPara="1" rIns="66075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1" name="Google Shape;52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826" y="1281551"/>
            <a:ext cx="5350800" cy="32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74"/>
          <p:cNvSpPr/>
          <p:nvPr/>
        </p:nvSpPr>
        <p:spPr>
          <a:xfrm>
            <a:off x="6148161" y="1380643"/>
            <a:ext cx="2279100" cy="95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1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38531" rotWithShape="0" dir="5400000" dist="22155">
              <a:srgbClr val="000000">
                <a:alpha val="34900"/>
              </a:srgbClr>
            </a:outerShdw>
          </a:effectLst>
        </p:spPr>
        <p:txBody>
          <a:bodyPr anchorCtr="0" anchor="ctr" bIns="33025" lIns="66075" spcFirstLastPara="1" rIns="66075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349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3" name="Google Shape;523;p74"/>
          <p:cNvSpPr/>
          <p:nvPr/>
        </p:nvSpPr>
        <p:spPr>
          <a:xfrm>
            <a:off x="6148161" y="1380643"/>
            <a:ext cx="39600" cy="9579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38531" rotWithShape="0" dir="5400000" dist="22155">
              <a:srgbClr val="000000">
                <a:alpha val="34900"/>
              </a:srgbClr>
            </a:outerShdw>
          </a:effectLst>
        </p:spPr>
        <p:txBody>
          <a:bodyPr anchorCtr="0" anchor="ctr" bIns="33025" lIns="66075" spcFirstLastPara="1" rIns="66075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74"/>
          <p:cNvSpPr txBox="1"/>
          <p:nvPr/>
        </p:nvSpPr>
        <p:spPr>
          <a:xfrm>
            <a:off x="6293501" y="1486342"/>
            <a:ext cx="20151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25" lIns="66075" spcFirstLastPara="1" rIns="66075" wrap="square" tIns="33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2027 STANDARD RATE</a:t>
            </a:r>
            <a:endParaRPr sz="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5" name="Google Shape;525;p74"/>
          <p:cNvSpPr txBox="1"/>
          <p:nvPr/>
        </p:nvSpPr>
        <p:spPr>
          <a:xfrm>
            <a:off x="6293501" y="1708705"/>
            <a:ext cx="2015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25" lIns="66075" spcFirstLastPara="1" rIns="66075" wrap="square" tIns="33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180,000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6" name="Google Shape;526;p74"/>
          <p:cNvSpPr txBox="1"/>
          <p:nvPr/>
        </p:nvSpPr>
        <p:spPr>
          <a:xfrm>
            <a:off x="6293501" y="2094111"/>
            <a:ext cx="2015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25" lIns="66075" spcFirstLastPara="1" rIns="66075" wrap="square" tIns="33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46E34"/>
                </a:solidFill>
                <a:latin typeface="Nunito"/>
                <a:ea typeface="Nunito"/>
                <a:cs typeface="Nunito"/>
                <a:sym typeface="Nunito"/>
              </a:rPr>
              <a:t>Per service / month</a:t>
            </a:r>
            <a:endParaRPr b="1" sz="800">
              <a:solidFill>
                <a:srgbClr val="246E3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7" name="Google Shape;527;p74"/>
          <p:cNvSpPr/>
          <p:nvPr/>
        </p:nvSpPr>
        <p:spPr>
          <a:xfrm>
            <a:off x="6148161" y="2470663"/>
            <a:ext cx="2279100" cy="95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1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38531" rotWithShape="0" dir="5400000" dist="22155">
              <a:srgbClr val="000000">
                <a:alpha val="34900"/>
              </a:srgbClr>
            </a:outerShdw>
          </a:effectLst>
        </p:spPr>
        <p:txBody>
          <a:bodyPr anchorCtr="0" anchor="ctr" bIns="33025" lIns="66075" spcFirstLastPara="1" rIns="66075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349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8" name="Google Shape;528;p74"/>
          <p:cNvSpPr/>
          <p:nvPr/>
        </p:nvSpPr>
        <p:spPr>
          <a:xfrm>
            <a:off x="6148161" y="2470663"/>
            <a:ext cx="39600" cy="9579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8531" rotWithShape="0" dir="5400000" dist="22155">
              <a:srgbClr val="000000">
                <a:alpha val="34900"/>
              </a:srgbClr>
            </a:outerShdw>
          </a:effectLst>
        </p:spPr>
        <p:txBody>
          <a:bodyPr anchorCtr="0" anchor="ctr" bIns="33025" lIns="66075" spcFirstLastPara="1" rIns="66075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74"/>
          <p:cNvSpPr txBox="1"/>
          <p:nvPr/>
        </p:nvSpPr>
        <p:spPr>
          <a:xfrm>
            <a:off x="6293501" y="2576362"/>
            <a:ext cx="20151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25" lIns="66075" spcFirstLastPara="1" rIns="66075" wrap="square" tIns="33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2029 RATE</a:t>
            </a:r>
            <a:endParaRPr sz="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0" name="Google Shape;530;p74"/>
          <p:cNvSpPr txBox="1"/>
          <p:nvPr/>
        </p:nvSpPr>
        <p:spPr>
          <a:xfrm>
            <a:off x="6293501" y="2798725"/>
            <a:ext cx="2015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25" lIns="66075" spcFirstLastPara="1" rIns="66075" wrap="square" tIns="33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130,000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1" name="Google Shape;531;p74"/>
          <p:cNvSpPr txBox="1"/>
          <p:nvPr/>
        </p:nvSpPr>
        <p:spPr>
          <a:xfrm>
            <a:off x="6293501" y="3184130"/>
            <a:ext cx="2015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25" lIns="66075" spcFirstLastPara="1" rIns="66075" wrap="square" tIns="33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46E34"/>
                </a:solidFill>
                <a:latin typeface="Nunito"/>
                <a:ea typeface="Nunito"/>
                <a:cs typeface="Nunito"/>
                <a:sym typeface="Nunito"/>
              </a:rPr>
              <a:t>27.8% discounted</a:t>
            </a:r>
            <a:r>
              <a:rPr i="0" lang="en" sz="8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 vs </a:t>
            </a:r>
            <a:r>
              <a:rPr i="0" lang="en" sz="800" u="none" cap="none" strike="noStrike">
                <a:solidFill>
                  <a:srgbClr val="783F04"/>
                </a:solidFill>
                <a:latin typeface="Nunito"/>
                <a:ea typeface="Nunito"/>
                <a:cs typeface="Nunito"/>
                <a:sym typeface="Nunito"/>
              </a:rPr>
              <a:t>2027</a:t>
            </a:r>
            <a:endParaRPr sz="800">
              <a:solidFill>
                <a:srgbClr val="783F0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2" name="Google Shape;532;p74"/>
          <p:cNvSpPr/>
          <p:nvPr/>
        </p:nvSpPr>
        <p:spPr>
          <a:xfrm>
            <a:off x="6148161" y="3560683"/>
            <a:ext cx="2279100" cy="95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17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38531" rotWithShape="0" dir="5400000" dist="22155">
              <a:srgbClr val="000000">
                <a:alpha val="34900"/>
              </a:srgbClr>
            </a:outerShdw>
          </a:effectLst>
        </p:spPr>
        <p:txBody>
          <a:bodyPr anchorCtr="0" anchor="ctr" bIns="33025" lIns="66075" spcFirstLastPara="1" rIns="66075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349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3" name="Google Shape;533;p74"/>
          <p:cNvSpPr/>
          <p:nvPr/>
        </p:nvSpPr>
        <p:spPr>
          <a:xfrm>
            <a:off x="6148161" y="3560683"/>
            <a:ext cx="39600" cy="9579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38531" rotWithShape="0" dir="5400000" dist="22155">
              <a:srgbClr val="000000">
                <a:alpha val="34900"/>
              </a:srgbClr>
            </a:outerShdw>
          </a:effectLst>
        </p:spPr>
        <p:txBody>
          <a:bodyPr anchorCtr="0" anchor="ctr" bIns="33025" lIns="66075" spcFirstLastPara="1" rIns="66075" wrap="square" tIns="33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4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74"/>
          <p:cNvSpPr txBox="1"/>
          <p:nvPr/>
        </p:nvSpPr>
        <p:spPr>
          <a:xfrm>
            <a:off x="6293501" y="3666382"/>
            <a:ext cx="20151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25" lIns="66075" spcFirstLastPara="1" rIns="66075" wrap="square" tIns="33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MAINTENANCE RATE</a:t>
            </a:r>
            <a:endParaRPr sz="9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5" name="Google Shape;535;p74"/>
          <p:cNvSpPr txBox="1"/>
          <p:nvPr/>
        </p:nvSpPr>
        <p:spPr>
          <a:xfrm>
            <a:off x="6293501" y="3888745"/>
            <a:ext cx="2015100" cy="3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25" lIns="66075" spcFirstLastPara="1" rIns="66075" wrap="square" tIns="33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95,000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6" name="Google Shape;536;p74"/>
          <p:cNvSpPr txBox="1"/>
          <p:nvPr/>
        </p:nvSpPr>
        <p:spPr>
          <a:xfrm>
            <a:off x="6293501" y="4274151"/>
            <a:ext cx="20151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33025" lIns="66075" spcFirstLastPara="1" rIns="66075" wrap="square" tIns="330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00" u="none" cap="none" strike="noStrike">
                <a:solidFill>
                  <a:srgbClr val="246E34"/>
                </a:solidFill>
                <a:latin typeface="Nunito"/>
                <a:ea typeface="Nunito"/>
                <a:cs typeface="Nunito"/>
                <a:sym typeface="Nunito"/>
              </a:rPr>
              <a:t>47.2% discounted</a:t>
            </a:r>
            <a:r>
              <a:rPr i="0" lang="en" sz="800" u="none" cap="none" strike="noStrike">
                <a:solidFill>
                  <a:srgbClr val="16A34A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i="0" lang="en" sz="8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vs </a:t>
            </a:r>
            <a:r>
              <a:rPr i="0" lang="en" sz="800" u="none" cap="none" strike="noStrike">
                <a:solidFill>
                  <a:srgbClr val="783F04"/>
                </a:solidFill>
                <a:latin typeface="Nunito"/>
                <a:ea typeface="Nunito"/>
                <a:cs typeface="Nunito"/>
                <a:sym typeface="Nunito"/>
              </a:rPr>
              <a:t>2027</a:t>
            </a:r>
            <a:endParaRPr sz="800">
              <a:solidFill>
                <a:srgbClr val="783F04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7" name="Google Shape;537;p74"/>
          <p:cNvSpPr txBox="1"/>
          <p:nvPr/>
        </p:nvSpPr>
        <p:spPr>
          <a:xfrm>
            <a:off x="591201" y="260784"/>
            <a:ext cx="63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50" lIns="86250" spcFirstLastPara="1" rIns="86250" wrap="square" tIns="86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8"/>
              <a:buFont typeface="Arial"/>
              <a:buNone/>
            </a:pPr>
            <a:r>
              <a:rPr b="1" lang="en" sz="1887">
                <a:solidFill>
                  <a:srgbClr val="FFFFFF"/>
                </a:solidFill>
                <a:highlight>
                  <a:srgbClr val="FFC000"/>
                </a:highlight>
                <a:latin typeface="Montserrat"/>
                <a:ea typeface="Montserrat"/>
                <a:cs typeface="Montserrat"/>
                <a:sym typeface="Montserrat"/>
              </a:rPr>
              <a:t>Progressive Per</a:t>
            </a:r>
            <a:r>
              <a:rPr b="1" lang="en" sz="1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887"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lang="en" sz="1887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887">
                <a:latin typeface="Montserrat"/>
                <a:ea typeface="Montserrat"/>
                <a:cs typeface="Montserrat"/>
                <a:sym typeface="Montserrat"/>
              </a:rPr>
              <a:t>Service Pricing</a:t>
            </a:r>
            <a:endParaRPr b="1" sz="1887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5"/>
          <p:cNvSpPr txBox="1"/>
          <p:nvPr/>
        </p:nvSpPr>
        <p:spPr>
          <a:xfrm>
            <a:off x="459498" y="675853"/>
            <a:ext cx="80928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The total offer combines progressive rollout and two years of managed maintenance.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3" name="Google Shape;543;p75"/>
          <p:cNvSpPr/>
          <p:nvPr/>
        </p:nvSpPr>
        <p:spPr>
          <a:xfrm>
            <a:off x="445782" y="928116"/>
            <a:ext cx="8229900" cy="171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75"/>
          <p:cNvSpPr/>
          <p:nvPr/>
        </p:nvSpPr>
        <p:spPr>
          <a:xfrm>
            <a:off x="4485016" y="1220779"/>
            <a:ext cx="1970100" cy="1002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6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317" rotWithShape="0" dir="5400000" dist="23183">
              <a:srgbClr val="000000">
                <a:alpha val="34900"/>
              </a:srgbClr>
            </a:outerShdw>
          </a:effectLst>
        </p:spPr>
        <p:txBody>
          <a:bodyPr anchorCtr="0" anchor="ctr" bIns="34550" lIns="69125" spcFirstLastPara="1" rIns="69125" wrap="square" tIns="34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11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5" name="Google Shape;545;p75"/>
          <p:cNvSpPr/>
          <p:nvPr/>
        </p:nvSpPr>
        <p:spPr>
          <a:xfrm>
            <a:off x="4485016" y="1220779"/>
            <a:ext cx="41400" cy="1002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317" rotWithShape="0" dir="5400000" dist="23183">
              <a:srgbClr val="000000">
                <a:alpha val="34900"/>
              </a:srgbClr>
            </a:outerShdw>
          </a:effectLst>
        </p:spPr>
        <p:txBody>
          <a:bodyPr anchorCtr="0" anchor="ctr" bIns="34550" lIns="69125" spcFirstLastPara="1" rIns="69125" wrap="square" tIns="34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11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6" name="Google Shape;546;p75"/>
          <p:cNvSpPr txBox="1"/>
          <p:nvPr/>
        </p:nvSpPr>
        <p:spPr>
          <a:xfrm>
            <a:off x="4637094" y="1331378"/>
            <a:ext cx="1693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550" lIns="69125" spcFirstLastPara="1" rIns="69125" wrap="square" tIns="34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7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ROLLOUT</a:t>
            </a:r>
            <a:endParaRPr sz="907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7" name="Google Shape;547;p75"/>
          <p:cNvSpPr txBox="1"/>
          <p:nvPr/>
        </p:nvSpPr>
        <p:spPr>
          <a:xfrm>
            <a:off x="4637105" y="1607161"/>
            <a:ext cx="18702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550" lIns="69125" spcFirstLastPara="1" rIns="69125" wrap="square" tIns="34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12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111,665,000</a:t>
            </a:r>
            <a:endParaRPr sz="1512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8" name="Google Shape;548;p75"/>
          <p:cNvSpPr txBox="1"/>
          <p:nvPr/>
        </p:nvSpPr>
        <p:spPr>
          <a:xfrm>
            <a:off x="4637094" y="1967320"/>
            <a:ext cx="16935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550" lIns="69125" spcFirstLastPara="1" rIns="69125" wrap="square" tIns="34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06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59.7% of total offer</a:t>
            </a:r>
            <a:endParaRPr sz="806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9" name="Google Shape;549;p75"/>
          <p:cNvSpPr/>
          <p:nvPr/>
        </p:nvSpPr>
        <p:spPr>
          <a:xfrm>
            <a:off x="6627928" y="1220779"/>
            <a:ext cx="1970100" cy="1002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6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317" rotWithShape="0" dir="5400000" dist="23183">
              <a:srgbClr val="000000">
                <a:alpha val="34900"/>
              </a:srgbClr>
            </a:outerShdw>
          </a:effectLst>
        </p:spPr>
        <p:txBody>
          <a:bodyPr anchorCtr="0" anchor="ctr" bIns="34550" lIns="69125" spcFirstLastPara="1" rIns="69125" wrap="square" tIns="34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11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0" name="Google Shape;550;p75"/>
          <p:cNvSpPr/>
          <p:nvPr/>
        </p:nvSpPr>
        <p:spPr>
          <a:xfrm>
            <a:off x="6627928" y="1220779"/>
            <a:ext cx="41400" cy="10023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317" rotWithShape="0" dir="5400000" dist="23183">
              <a:srgbClr val="000000">
                <a:alpha val="34900"/>
              </a:srgbClr>
            </a:outerShdw>
          </a:effectLst>
        </p:spPr>
        <p:txBody>
          <a:bodyPr anchorCtr="0" anchor="ctr" bIns="34550" lIns="69125" spcFirstLastPara="1" rIns="69125" wrap="square" tIns="34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11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1" name="Google Shape;551;p75"/>
          <p:cNvSpPr txBox="1"/>
          <p:nvPr/>
        </p:nvSpPr>
        <p:spPr>
          <a:xfrm>
            <a:off x="6780006" y="1331378"/>
            <a:ext cx="1693500" cy="2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550" lIns="69125" spcFirstLastPara="1" rIns="69125" wrap="square" tIns="34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7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MAINTENANCE</a:t>
            </a:r>
            <a:endParaRPr sz="907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2" name="Google Shape;552;p75"/>
          <p:cNvSpPr txBox="1"/>
          <p:nvPr/>
        </p:nvSpPr>
        <p:spPr>
          <a:xfrm>
            <a:off x="6780006" y="1607161"/>
            <a:ext cx="16935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550" lIns="69125" spcFirstLastPara="1" rIns="69125" wrap="square" tIns="34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12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75,240,000</a:t>
            </a:r>
            <a:endParaRPr sz="1512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3" name="Google Shape;553;p75"/>
          <p:cNvSpPr txBox="1"/>
          <p:nvPr/>
        </p:nvSpPr>
        <p:spPr>
          <a:xfrm>
            <a:off x="6780006" y="1967320"/>
            <a:ext cx="16935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550" lIns="69125" spcFirstLastPara="1" rIns="69125" wrap="square" tIns="34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806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40.3% of total offer</a:t>
            </a:r>
            <a:endParaRPr sz="806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4" name="Google Shape;554;p75"/>
          <p:cNvSpPr txBox="1"/>
          <p:nvPr/>
        </p:nvSpPr>
        <p:spPr>
          <a:xfrm>
            <a:off x="4448541" y="2446108"/>
            <a:ext cx="3909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Year-wise financial profile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555" name="Google Shape;555;p75"/>
          <p:cNvGraphicFramePr/>
          <p:nvPr/>
        </p:nvGraphicFramePr>
        <p:xfrm>
          <a:off x="4491557" y="27695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{EE92B2B0-5E53-45F1-8D03-B055512A1B91}</a:tableStyleId>
              </a:tblPr>
              <a:tblGrid>
                <a:gridCol w="1418250"/>
                <a:gridCol w="2694675"/>
              </a:tblGrid>
              <a:tr h="25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Year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25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2026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1,625,000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2027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20,520,000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5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2028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39,990,000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2029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49,530,000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25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2030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37,620,000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3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2031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37,620,000</a:t>
                      </a:r>
                      <a:endParaRPr sz="10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56" name="Google Shape;556;p75"/>
          <p:cNvSpPr txBox="1"/>
          <p:nvPr/>
        </p:nvSpPr>
        <p:spPr>
          <a:xfrm>
            <a:off x="459501" y="214399"/>
            <a:ext cx="630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50" lIns="86250" spcFirstLastPara="1" rIns="86250" wrap="square" tIns="86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8"/>
              <a:buFont typeface="Arial"/>
              <a:buNone/>
            </a:pPr>
            <a:r>
              <a:rPr b="1" lang="en" sz="1887">
                <a:solidFill>
                  <a:srgbClr val="FFFFFF"/>
                </a:solidFill>
                <a:highlight>
                  <a:srgbClr val="FFC000"/>
                </a:highlight>
                <a:latin typeface="Montserrat"/>
                <a:ea typeface="Montserrat"/>
                <a:cs typeface="Montserrat"/>
                <a:sym typeface="Montserrat"/>
              </a:rPr>
              <a:t>Five-Year</a:t>
            </a:r>
            <a:r>
              <a:rPr b="1" lang="en" sz="1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887">
                <a:latin typeface="Montserrat"/>
                <a:ea typeface="Montserrat"/>
                <a:cs typeface="Montserrat"/>
                <a:sym typeface="Montserrat"/>
              </a:rPr>
              <a:t>Cost Composition</a:t>
            </a:r>
            <a:endParaRPr b="1" sz="1887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7" name="Google Shape;55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925" y="1493575"/>
            <a:ext cx="4257049" cy="254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76"/>
          <p:cNvSpPr txBox="1"/>
          <p:nvPr/>
        </p:nvSpPr>
        <p:spPr>
          <a:xfrm>
            <a:off x="416832" y="750400"/>
            <a:ext cx="81207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Reference cost model showing the resource requirement behind development, rollout and maintenance.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3" name="Google Shape;563;p76"/>
          <p:cNvSpPr/>
          <p:nvPr/>
        </p:nvSpPr>
        <p:spPr>
          <a:xfrm>
            <a:off x="431643" y="999733"/>
            <a:ext cx="8258100" cy="174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4" name="Google Shape;564;p76"/>
          <p:cNvSpPr/>
          <p:nvPr/>
        </p:nvSpPr>
        <p:spPr>
          <a:xfrm>
            <a:off x="156883" y="1317993"/>
            <a:ext cx="2133300" cy="1032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5" name="Google Shape;565;p76"/>
          <p:cNvSpPr/>
          <p:nvPr/>
        </p:nvSpPr>
        <p:spPr>
          <a:xfrm>
            <a:off x="156883" y="1317993"/>
            <a:ext cx="41400" cy="1032300"/>
          </a:xfrm>
          <a:prstGeom prst="rect">
            <a:avLst/>
          </a:prstGeom>
          <a:solidFill>
            <a:srgbClr val="142A46"/>
          </a:solidFill>
          <a:ln>
            <a:noFill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6" name="Google Shape;566;p76"/>
          <p:cNvSpPr txBox="1"/>
          <p:nvPr/>
        </p:nvSpPr>
        <p:spPr>
          <a:xfrm>
            <a:off x="308282" y="1440388"/>
            <a:ext cx="18582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DEVELOPMENT / ROLLOUT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7" name="Google Shape;567;p76"/>
          <p:cNvSpPr txBox="1"/>
          <p:nvPr/>
        </p:nvSpPr>
        <p:spPr>
          <a:xfrm>
            <a:off x="308282" y="1696481"/>
            <a:ext cx="1858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157,710,000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8" name="Google Shape;568;p76"/>
          <p:cNvSpPr txBox="1"/>
          <p:nvPr/>
        </p:nvSpPr>
        <p:spPr>
          <a:xfrm>
            <a:off x="308282" y="2061206"/>
            <a:ext cx="1858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2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36-month reference basis</a:t>
            </a:r>
            <a:endParaRPr sz="13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9" name="Google Shape;569;p76"/>
          <p:cNvSpPr/>
          <p:nvPr/>
        </p:nvSpPr>
        <p:spPr>
          <a:xfrm>
            <a:off x="2427866" y="1317993"/>
            <a:ext cx="2133300" cy="1032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0" name="Google Shape;570;p76"/>
          <p:cNvSpPr/>
          <p:nvPr/>
        </p:nvSpPr>
        <p:spPr>
          <a:xfrm>
            <a:off x="2427866" y="1317993"/>
            <a:ext cx="41400" cy="1032300"/>
          </a:xfrm>
          <a:prstGeom prst="rect">
            <a:avLst/>
          </a:prstGeom>
          <a:solidFill>
            <a:srgbClr val="134F5C"/>
          </a:solidFill>
          <a:ln>
            <a:noFill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1" name="Google Shape;571;p76"/>
          <p:cNvSpPr txBox="1"/>
          <p:nvPr/>
        </p:nvSpPr>
        <p:spPr>
          <a:xfrm>
            <a:off x="2579265" y="1440388"/>
            <a:ext cx="18582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MAINTENANCE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2" name="Google Shape;572;p76"/>
          <p:cNvSpPr txBox="1"/>
          <p:nvPr/>
        </p:nvSpPr>
        <p:spPr>
          <a:xfrm>
            <a:off x="2579265" y="1696481"/>
            <a:ext cx="18582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77,820,000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3" name="Google Shape;573;p76"/>
          <p:cNvSpPr txBox="1"/>
          <p:nvPr/>
        </p:nvSpPr>
        <p:spPr>
          <a:xfrm>
            <a:off x="2579265" y="2061206"/>
            <a:ext cx="18582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2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24-month reference basis</a:t>
            </a:r>
            <a:endParaRPr sz="13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4" name="Google Shape;574;p76"/>
          <p:cNvSpPr/>
          <p:nvPr/>
        </p:nvSpPr>
        <p:spPr>
          <a:xfrm>
            <a:off x="4698849" y="1317993"/>
            <a:ext cx="1858200" cy="1032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5" name="Google Shape;575;p76"/>
          <p:cNvSpPr/>
          <p:nvPr/>
        </p:nvSpPr>
        <p:spPr>
          <a:xfrm>
            <a:off x="4698849" y="1317993"/>
            <a:ext cx="41400" cy="1032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6" name="Google Shape;576;p76"/>
          <p:cNvSpPr txBox="1"/>
          <p:nvPr/>
        </p:nvSpPr>
        <p:spPr>
          <a:xfrm>
            <a:off x="4850248" y="1440388"/>
            <a:ext cx="15828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TOTAL REFERENCE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7" name="Google Shape;577;p76"/>
          <p:cNvSpPr txBox="1"/>
          <p:nvPr/>
        </p:nvSpPr>
        <p:spPr>
          <a:xfrm>
            <a:off x="4732450" y="1683387"/>
            <a:ext cx="21333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235,530,000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8" name="Google Shape;578;p76"/>
          <p:cNvSpPr txBox="1"/>
          <p:nvPr/>
        </p:nvSpPr>
        <p:spPr>
          <a:xfrm>
            <a:off x="4850248" y="2061206"/>
            <a:ext cx="15828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2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Staff-remuneration basis</a:t>
            </a:r>
            <a:endParaRPr sz="13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9" name="Google Shape;579;p76"/>
          <p:cNvSpPr/>
          <p:nvPr/>
        </p:nvSpPr>
        <p:spPr>
          <a:xfrm>
            <a:off x="6694562" y="1317993"/>
            <a:ext cx="1686000" cy="1032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0" name="Google Shape;580;p76"/>
          <p:cNvSpPr/>
          <p:nvPr/>
        </p:nvSpPr>
        <p:spPr>
          <a:xfrm>
            <a:off x="6694562" y="1317993"/>
            <a:ext cx="41400" cy="10323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1" name="Google Shape;581;p76"/>
          <p:cNvSpPr txBox="1"/>
          <p:nvPr/>
        </p:nvSpPr>
        <p:spPr>
          <a:xfrm>
            <a:off x="6780528" y="1440400"/>
            <a:ext cx="19131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MONTHLY EQUIVALENT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2" name="Google Shape;582;p76"/>
          <p:cNvSpPr txBox="1"/>
          <p:nvPr/>
        </p:nvSpPr>
        <p:spPr>
          <a:xfrm>
            <a:off x="6728177" y="1735738"/>
            <a:ext cx="1913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4,380,833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3" name="Google Shape;583;p76"/>
          <p:cNvSpPr txBox="1"/>
          <p:nvPr/>
        </p:nvSpPr>
        <p:spPr>
          <a:xfrm>
            <a:off x="6845960" y="2061206"/>
            <a:ext cx="1410600" cy="2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2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Development / rollout</a:t>
            </a:r>
            <a:endParaRPr sz="13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4" name="Google Shape;584;p76"/>
          <p:cNvSpPr txBox="1"/>
          <p:nvPr/>
        </p:nvSpPr>
        <p:spPr>
          <a:xfrm>
            <a:off x="225700" y="2551525"/>
            <a:ext cx="4624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Development / rollout reference cost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5" name="Google Shape;585;p76"/>
          <p:cNvSpPr txBox="1"/>
          <p:nvPr/>
        </p:nvSpPr>
        <p:spPr>
          <a:xfrm>
            <a:off x="260110" y="3029458"/>
            <a:ext cx="18237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Engineering &amp; Development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6" name="Google Shape;586;p76"/>
          <p:cNvSpPr/>
          <p:nvPr/>
        </p:nvSpPr>
        <p:spPr>
          <a:xfrm>
            <a:off x="2049369" y="3016043"/>
            <a:ext cx="2064600" cy="185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7" name="Google Shape;587;p76"/>
          <p:cNvSpPr/>
          <p:nvPr/>
        </p:nvSpPr>
        <p:spPr>
          <a:xfrm>
            <a:off x="2049369" y="3016043"/>
            <a:ext cx="1913100" cy="1857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8" name="Google Shape;588;p76"/>
          <p:cNvSpPr txBox="1"/>
          <p:nvPr/>
        </p:nvSpPr>
        <p:spPr>
          <a:xfrm>
            <a:off x="4217114" y="3015438"/>
            <a:ext cx="8355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60.24 Mn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9" name="Google Shape;589;p76"/>
          <p:cNvSpPr txBox="1"/>
          <p:nvPr/>
        </p:nvSpPr>
        <p:spPr>
          <a:xfrm>
            <a:off x="260110" y="3459666"/>
            <a:ext cx="18237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Management &amp; Analysis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0" name="Google Shape;590;p76"/>
          <p:cNvSpPr/>
          <p:nvPr/>
        </p:nvSpPr>
        <p:spPr>
          <a:xfrm>
            <a:off x="2049369" y="3442702"/>
            <a:ext cx="2064600" cy="185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1" name="Google Shape;591;p76"/>
          <p:cNvSpPr/>
          <p:nvPr/>
        </p:nvSpPr>
        <p:spPr>
          <a:xfrm>
            <a:off x="2049369" y="3442702"/>
            <a:ext cx="1173900" cy="185700"/>
          </a:xfrm>
          <a:prstGeom prst="rect">
            <a:avLst/>
          </a:prstGeom>
          <a:solidFill>
            <a:srgbClr val="0D9488"/>
          </a:solidFill>
          <a:ln>
            <a:noFill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2" name="Google Shape;592;p76"/>
          <p:cNvSpPr txBox="1"/>
          <p:nvPr/>
        </p:nvSpPr>
        <p:spPr>
          <a:xfrm>
            <a:off x="4217114" y="3458921"/>
            <a:ext cx="8355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36.96 Mn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3" name="Google Shape;593;p76"/>
          <p:cNvSpPr txBox="1"/>
          <p:nvPr/>
        </p:nvSpPr>
        <p:spPr>
          <a:xfrm>
            <a:off x="260110" y="3880922"/>
            <a:ext cx="18237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Quality &amp; Security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4" name="Google Shape;594;p76"/>
          <p:cNvSpPr/>
          <p:nvPr/>
        </p:nvSpPr>
        <p:spPr>
          <a:xfrm>
            <a:off x="2049369" y="3869363"/>
            <a:ext cx="2064600" cy="185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5" name="Google Shape;595;p76"/>
          <p:cNvSpPr/>
          <p:nvPr/>
        </p:nvSpPr>
        <p:spPr>
          <a:xfrm>
            <a:off x="2049369" y="3869363"/>
            <a:ext cx="623100" cy="1857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6" name="Google Shape;596;p76"/>
          <p:cNvSpPr txBox="1"/>
          <p:nvPr/>
        </p:nvSpPr>
        <p:spPr>
          <a:xfrm>
            <a:off x="4217114" y="3873306"/>
            <a:ext cx="8355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19.62 Mn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7" name="Google Shape;597;p76"/>
          <p:cNvSpPr txBox="1"/>
          <p:nvPr/>
        </p:nvSpPr>
        <p:spPr>
          <a:xfrm>
            <a:off x="260110" y="4297252"/>
            <a:ext cx="18237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Operations &amp; Support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8" name="Google Shape;598;p76"/>
          <p:cNvSpPr/>
          <p:nvPr/>
        </p:nvSpPr>
        <p:spPr>
          <a:xfrm>
            <a:off x="2049369" y="4296021"/>
            <a:ext cx="2064600" cy="1857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9" name="Google Shape;599;p76"/>
          <p:cNvSpPr/>
          <p:nvPr/>
        </p:nvSpPr>
        <p:spPr>
          <a:xfrm>
            <a:off x="2049369" y="4296021"/>
            <a:ext cx="1298400" cy="185700"/>
          </a:xfrm>
          <a:prstGeom prst="rect">
            <a:avLst/>
          </a:prstGeom>
          <a:solidFill>
            <a:srgbClr val="142A46"/>
          </a:solidFill>
          <a:ln>
            <a:noFill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0" name="Google Shape;600;p76"/>
          <p:cNvSpPr txBox="1"/>
          <p:nvPr/>
        </p:nvSpPr>
        <p:spPr>
          <a:xfrm>
            <a:off x="4217114" y="4304902"/>
            <a:ext cx="8355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40.89 Mn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1" name="Google Shape;601;p76"/>
          <p:cNvSpPr/>
          <p:nvPr/>
        </p:nvSpPr>
        <p:spPr>
          <a:xfrm>
            <a:off x="5109800" y="2656600"/>
            <a:ext cx="3750600" cy="1961400"/>
          </a:xfrm>
          <a:prstGeom prst="roundRect">
            <a:avLst>
              <a:gd fmla="val 4483" name="adj"/>
            </a:avLst>
          </a:prstGeom>
          <a:solidFill>
            <a:srgbClr val="F8FAFC"/>
          </a:solidFill>
          <a:ln cap="flat" cmpd="sng" w="95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138" rotWithShape="0" dir="5400000" dist="23079">
              <a:srgbClr val="000000">
                <a:alpha val="34900"/>
              </a:srgbClr>
            </a:outerShdw>
          </a:effectLst>
        </p:spPr>
        <p:txBody>
          <a:bodyPr anchorCtr="0" anchor="ctr" bIns="34375" lIns="68825" spcFirstLastPara="1" rIns="68825" wrap="square" tIns="34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605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2" name="Google Shape;602;p76"/>
          <p:cNvSpPr txBox="1"/>
          <p:nvPr/>
        </p:nvSpPr>
        <p:spPr>
          <a:xfrm>
            <a:off x="5383288" y="2701947"/>
            <a:ext cx="28557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3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Why the benchmark is higher</a:t>
            </a:r>
            <a:endParaRPr sz="13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3" name="Google Shape;603;p76"/>
          <p:cNvSpPr txBox="1"/>
          <p:nvPr/>
        </p:nvSpPr>
        <p:spPr>
          <a:xfrm>
            <a:off x="5155767" y="3019063"/>
            <a:ext cx="204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3" u="none" cap="none" strike="noStrike">
                <a:solidFill>
                  <a:srgbClr val="2563EB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 sz="13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4" name="Google Shape;604;p76"/>
          <p:cNvSpPr txBox="1"/>
          <p:nvPr/>
        </p:nvSpPr>
        <p:spPr>
          <a:xfrm>
            <a:off x="5347438" y="2955635"/>
            <a:ext cx="37506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The reference team spans project management, ar</a:t>
            </a:r>
            <a:r>
              <a:rPr i="0" lang="en" sz="11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c</a:t>
            </a:r>
            <a:r>
              <a:rPr i="0" lang="en" sz="11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hitecture, analysis, engineering, database, DevOps, cybersecurity, UI/UX, QA, documentation, training, support, helpdesk and finance.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5" name="Google Shape;605;p76"/>
          <p:cNvSpPr txBox="1"/>
          <p:nvPr/>
        </p:nvSpPr>
        <p:spPr>
          <a:xfrm>
            <a:off x="5155343" y="3638523"/>
            <a:ext cx="231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3" u="none" cap="none" strike="noStrike">
                <a:solidFill>
                  <a:srgbClr val="2563EB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 sz="13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6" name="Google Shape;606;p76"/>
          <p:cNvSpPr txBox="1"/>
          <p:nvPr/>
        </p:nvSpPr>
        <p:spPr>
          <a:xfrm>
            <a:off x="5347438" y="3669386"/>
            <a:ext cx="35151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The staff model carries long person-month commitments across rollout and support.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7" name="Google Shape;607;p76"/>
          <p:cNvSpPr txBox="1"/>
          <p:nvPr/>
        </p:nvSpPr>
        <p:spPr>
          <a:xfrm>
            <a:off x="5181488" y="4104425"/>
            <a:ext cx="2316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3" u="none" cap="none" strike="noStrike">
                <a:solidFill>
                  <a:srgbClr val="2563EB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 sz="1304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8" name="Google Shape;608;p76"/>
          <p:cNvSpPr txBox="1"/>
          <p:nvPr/>
        </p:nvSpPr>
        <p:spPr>
          <a:xfrm>
            <a:off x="5347438" y="4023417"/>
            <a:ext cx="3637200" cy="5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375" lIns="68825" spcFirstLastPara="1" rIns="68825" wrap="square" tIns="343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1F2937"/>
                </a:solidFill>
                <a:latin typeface="Nunito"/>
                <a:ea typeface="Nunito"/>
                <a:cs typeface="Nunito"/>
                <a:sym typeface="Nunito"/>
              </a:rPr>
              <a:t>The service-based model converts that resource requirement into a portfolio-based commercial mechanism.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9" name="Google Shape;609;p76"/>
          <p:cNvSpPr txBox="1"/>
          <p:nvPr/>
        </p:nvSpPr>
        <p:spPr>
          <a:xfrm>
            <a:off x="383300" y="262025"/>
            <a:ext cx="72591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50" lIns="86250" spcFirstLastPara="1" rIns="86250" wrap="square" tIns="86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8"/>
              <a:buFont typeface="Arial"/>
              <a:buNone/>
            </a:pPr>
            <a:r>
              <a:rPr b="1" lang="en" sz="1887">
                <a:solidFill>
                  <a:srgbClr val="FFFFFF"/>
                </a:solidFill>
                <a:highlight>
                  <a:srgbClr val="FFC000"/>
                </a:highlight>
                <a:latin typeface="Montserrat"/>
                <a:ea typeface="Montserrat"/>
                <a:cs typeface="Montserrat"/>
                <a:sym typeface="Montserrat"/>
              </a:rPr>
              <a:t>Cost Justification Benchmark</a:t>
            </a:r>
            <a:r>
              <a:rPr b="1" lang="en" sz="1887">
                <a:latin typeface="Montserrat"/>
                <a:ea typeface="Montserrat"/>
                <a:cs typeface="Montserrat"/>
                <a:sym typeface="Montserrat"/>
              </a:rPr>
              <a:t> Staff Remuneration</a:t>
            </a:r>
            <a:endParaRPr b="1" sz="1887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7"/>
          <p:cNvSpPr txBox="1"/>
          <p:nvPr/>
        </p:nvSpPr>
        <p:spPr>
          <a:xfrm>
            <a:off x="459498" y="773729"/>
            <a:ext cx="80928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0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rPr>
              <a:t>The recommended model retains the full 33-service target while reducing the reference cost.</a:t>
            </a:r>
            <a:endParaRPr sz="1300">
              <a:solidFill>
                <a:srgbClr val="888888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5" name="Google Shape;615;p77"/>
          <p:cNvSpPr/>
          <p:nvPr/>
        </p:nvSpPr>
        <p:spPr>
          <a:xfrm>
            <a:off x="445782" y="995592"/>
            <a:ext cx="8229900" cy="17100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616" name="Google Shape;616;p77"/>
          <p:cNvGraphicFramePr/>
          <p:nvPr/>
        </p:nvGraphicFramePr>
        <p:xfrm>
          <a:off x="480073" y="12904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{EE92B2B0-5E53-45F1-8D03-B055512A1B91}</a:tableStyleId>
              </a:tblPr>
              <a:tblGrid>
                <a:gridCol w="2537500"/>
                <a:gridCol w="1920275"/>
                <a:gridCol w="1920275"/>
                <a:gridCol w="1783125"/>
              </a:tblGrid>
              <a:tr h="46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Cost Component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Service-Based Offer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Staff-Cost Basis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BSTI Saving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6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Development / Rollout (03 Years)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111,665,000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157,710,000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46,045,000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2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Maintenance (02 Years)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75,240,000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77,820,000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1F293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2,580,000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2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142A46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TOTAL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142A46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186,905,000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142A46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235,530,000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142A46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BDT 48,625,000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sp>
        <p:nvSpPr>
          <p:cNvPr id="617" name="Google Shape;617;p77"/>
          <p:cNvSpPr/>
          <p:nvPr/>
        </p:nvSpPr>
        <p:spPr>
          <a:xfrm>
            <a:off x="548650" y="3294175"/>
            <a:ext cx="2431200" cy="925800"/>
          </a:xfrm>
          <a:prstGeom prst="roundRect">
            <a:avLst>
              <a:gd fmla="val 11892" name="adj"/>
            </a:avLst>
          </a:prstGeom>
          <a:solidFill>
            <a:srgbClr val="FFFFFF"/>
          </a:solidFill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8" name="Google Shape;618;p77"/>
          <p:cNvSpPr/>
          <p:nvPr/>
        </p:nvSpPr>
        <p:spPr>
          <a:xfrm>
            <a:off x="548650" y="3294175"/>
            <a:ext cx="41700" cy="925800"/>
          </a:xfrm>
          <a:prstGeom prst="rect">
            <a:avLst/>
          </a:prstGeom>
          <a:solidFill>
            <a:srgbClr val="16A34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9" name="Google Shape;619;p77"/>
          <p:cNvSpPr txBox="1"/>
          <p:nvPr/>
        </p:nvSpPr>
        <p:spPr>
          <a:xfrm>
            <a:off x="701476" y="3403903"/>
            <a:ext cx="2153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DEVELOPMENT SAVING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0" name="Google Shape;620;p77"/>
          <p:cNvSpPr txBox="1"/>
          <p:nvPr/>
        </p:nvSpPr>
        <p:spPr>
          <a:xfrm>
            <a:off x="701476" y="3641599"/>
            <a:ext cx="2153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46,045,000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1" name="Google Shape;621;p77"/>
          <p:cNvSpPr txBox="1"/>
          <p:nvPr/>
        </p:nvSpPr>
        <p:spPr>
          <a:xfrm>
            <a:off x="701476" y="3979533"/>
            <a:ext cx="215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6A34A"/>
                </a:solidFill>
                <a:latin typeface="Nunito"/>
                <a:ea typeface="Nunito"/>
                <a:cs typeface="Nunito"/>
                <a:sym typeface="Nunito"/>
              </a:rPr>
              <a:t>29.2% lower</a:t>
            </a:r>
            <a:endParaRPr b="1" sz="900">
              <a:solidFill>
                <a:srgbClr val="16A34A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2" name="Google Shape;622;p77"/>
          <p:cNvSpPr/>
          <p:nvPr/>
        </p:nvSpPr>
        <p:spPr>
          <a:xfrm>
            <a:off x="3153643" y="3294175"/>
            <a:ext cx="2431200" cy="925800"/>
          </a:xfrm>
          <a:prstGeom prst="roundRect">
            <a:avLst>
              <a:gd fmla="val 1117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3" name="Google Shape;623;p77"/>
          <p:cNvSpPr/>
          <p:nvPr/>
        </p:nvSpPr>
        <p:spPr>
          <a:xfrm>
            <a:off x="3153643" y="3294175"/>
            <a:ext cx="41700" cy="925800"/>
          </a:xfrm>
          <a:prstGeom prst="rect">
            <a:avLst/>
          </a:prstGeom>
          <a:solidFill>
            <a:srgbClr val="1155C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4" name="Google Shape;624;p77"/>
          <p:cNvSpPr txBox="1"/>
          <p:nvPr/>
        </p:nvSpPr>
        <p:spPr>
          <a:xfrm>
            <a:off x="3306470" y="3403903"/>
            <a:ext cx="2153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MAINTENANCE SAVING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5" name="Google Shape;625;p77"/>
          <p:cNvSpPr txBox="1"/>
          <p:nvPr/>
        </p:nvSpPr>
        <p:spPr>
          <a:xfrm>
            <a:off x="3306470" y="3641599"/>
            <a:ext cx="2153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2,580,000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6" name="Google Shape;626;p77"/>
          <p:cNvSpPr txBox="1"/>
          <p:nvPr/>
        </p:nvSpPr>
        <p:spPr>
          <a:xfrm>
            <a:off x="3306470" y="3979533"/>
            <a:ext cx="2153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6A34A"/>
                </a:solidFill>
                <a:latin typeface="Nunito"/>
                <a:ea typeface="Nunito"/>
                <a:cs typeface="Nunito"/>
                <a:sym typeface="Nunito"/>
              </a:rPr>
              <a:t>3.3% lower</a:t>
            </a:r>
            <a:endParaRPr b="1" sz="900">
              <a:solidFill>
                <a:srgbClr val="16A34A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7" name="Google Shape;627;p77"/>
          <p:cNvSpPr/>
          <p:nvPr/>
        </p:nvSpPr>
        <p:spPr>
          <a:xfrm>
            <a:off x="5758637" y="3294175"/>
            <a:ext cx="2882700" cy="925800"/>
          </a:xfrm>
          <a:prstGeom prst="roundRect">
            <a:avLst>
              <a:gd fmla="val 1042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8" name="Google Shape;628;p77"/>
          <p:cNvSpPr/>
          <p:nvPr/>
        </p:nvSpPr>
        <p:spPr>
          <a:xfrm>
            <a:off x="5758637" y="3294175"/>
            <a:ext cx="41700" cy="925800"/>
          </a:xfrm>
          <a:prstGeom prst="rect">
            <a:avLst/>
          </a:prstGeom>
          <a:solidFill>
            <a:srgbClr val="D9770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9" name="Google Shape;629;p77"/>
          <p:cNvSpPr txBox="1"/>
          <p:nvPr/>
        </p:nvSpPr>
        <p:spPr>
          <a:xfrm>
            <a:off x="5911463" y="3403903"/>
            <a:ext cx="26052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TOTAL COST ADVANTAGE</a:t>
            </a:r>
            <a:endParaRPr sz="1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0" name="Google Shape;630;p77"/>
          <p:cNvSpPr txBox="1"/>
          <p:nvPr/>
        </p:nvSpPr>
        <p:spPr>
          <a:xfrm>
            <a:off x="5911463" y="3641599"/>
            <a:ext cx="2605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142A46"/>
                </a:solidFill>
                <a:latin typeface="Nunito"/>
                <a:ea typeface="Nunito"/>
                <a:cs typeface="Nunito"/>
                <a:sym typeface="Nunito"/>
              </a:rPr>
              <a:t>BDT 48,625,000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1" name="Google Shape;631;p77"/>
          <p:cNvSpPr txBox="1"/>
          <p:nvPr/>
        </p:nvSpPr>
        <p:spPr>
          <a:xfrm>
            <a:off x="5911463" y="3979533"/>
            <a:ext cx="260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16A34A"/>
                </a:solidFill>
                <a:latin typeface="Nunito"/>
                <a:ea typeface="Nunito"/>
                <a:cs typeface="Nunito"/>
                <a:sym typeface="Nunito"/>
              </a:rPr>
              <a:t>20.6% lower overall</a:t>
            </a:r>
            <a:endParaRPr b="1" sz="900">
              <a:solidFill>
                <a:srgbClr val="16A34A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2" name="Google Shape;632;p77"/>
          <p:cNvSpPr txBox="1"/>
          <p:nvPr/>
        </p:nvSpPr>
        <p:spPr>
          <a:xfrm>
            <a:off x="548680" y="4482811"/>
            <a:ext cx="8024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4B5563"/>
                </a:solidFill>
                <a:latin typeface="Nunito"/>
                <a:ea typeface="Nunito"/>
                <a:cs typeface="Nunito"/>
                <a:sym typeface="Nunito"/>
              </a:rPr>
              <a:t>The largest efficiency is achieved during the three-year progressive rollout phase.</a:t>
            </a:r>
            <a:endParaRPr sz="12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33" name="Google Shape;633;p77"/>
          <p:cNvSpPr txBox="1"/>
          <p:nvPr/>
        </p:nvSpPr>
        <p:spPr>
          <a:xfrm>
            <a:off x="449975" y="317148"/>
            <a:ext cx="72591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50" lIns="86250" spcFirstLastPara="1" rIns="86250" wrap="square" tIns="86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8"/>
              <a:buFont typeface="Arial"/>
              <a:buNone/>
            </a:pPr>
            <a:r>
              <a:rPr b="1" lang="en" sz="1887">
                <a:solidFill>
                  <a:srgbClr val="FFFFFF"/>
                </a:solidFill>
                <a:highlight>
                  <a:srgbClr val="FFC000"/>
                </a:highlight>
                <a:latin typeface="Montserrat"/>
                <a:ea typeface="Montserrat"/>
                <a:cs typeface="Montserrat"/>
                <a:sym typeface="Montserrat"/>
              </a:rPr>
              <a:t>Service-Based Offer</a:t>
            </a:r>
            <a:r>
              <a:rPr b="1" lang="en" sz="188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1887">
                <a:latin typeface="Montserrat"/>
                <a:ea typeface="Montserrat"/>
                <a:cs typeface="Montserrat"/>
                <a:sym typeface="Montserrat"/>
              </a:rPr>
              <a:t>vs Staff-Cost Benchmark</a:t>
            </a:r>
            <a:endParaRPr b="1" sz="1887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78"/>
          <p:cNvSpPr/>
          <p:nvPr/>
        </p:nvSpPr>
        <p:spPr>
          <a:xfrm>
            <a:off x="402534" y="145894"/>
            <a:ext cx="35700" cy="32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39" name="Google Shape;639;p78"/>
          <p:cNvGraphicFramePr/>
          <p:nvPr/>
        </p:nvGraphicFramePr>
        <p:xfrm>
          <a:off x="509700" y="7610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{16C74A99-A904-4A6D-B2C8-F978CACCC1F1}</a:tableStyleId>
              </a:tblPr>
              <a:tblGrid>
                <a:gridCol w="1912275"/>
                <a:gridCol w="1532000"/>
                <a:gridCol w="1203425"/>
                <a:gridCol w="955075"/>
                <a:gridCol w="955075"/>
                <a:gridCol w="1557875"/>
              </a:tblGrid>
              <a:tr h="437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Organization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System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Vendor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Duration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Contract Value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Managed Service Scope Monthly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solidFill>
                      <a:srgbClr val="CFE2F3"/>
                    </a:solidFill>
                  </a:tcPr>
                </a:tc>
              </a:tr>
              <a:tr h="71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myGov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Government Service in One Address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Orangebd Ltd.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52 Months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৳12 Crore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৳</a:t>
                      </a: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23.76 lac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Rural Development and Co-operatives Division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Integrated Digital Service Delivery Platform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Orangebd Ltd.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3 Years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৳11.44 Crore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৳3</a:t>
                      </a: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1.77 lac</a:t>
                      </a:r>
                      <a:endParaRPr b="1" sz="12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Ministry of Land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Mutation System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Automation Ltd.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4 Months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৳1.37 Crore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000000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৳</a:t>
                      </a: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34.25  lac</a:t>
                      </a:r>
                      <a:endParaRPr b="1" sz="1200">
                        <a:solidFill>
                          <a:srgbClr val="000000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Press Information Department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Media Management System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BMIT Solutions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 Years Support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৳34.40 Crore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৳</a:t>
                      </a: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1.43 crore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718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Jiban Bima Corporation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Bancassurance System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Synesis IT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 Year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৳2.47 Crore</a:t>
                      </a:r>
                      <a:endParaRPr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৳</a:t>
                      </a:r>
                      <a:r>
                        <a:rPr b="1" lang="en" sz="12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20.58 Lac</a:t>
                      </a:r>
                      <a:endParaRPr b="1" sz="12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525" marB="9525" marR="9525" marL="9525" anchor="ctr"/>
                </a:tc>
              </a:tr>
            </a:tbl>
          </a:graphicData>
        </a:graphic>
      </p:graphicFrame>
      <p:sp>
        <p:nvSpPr>
          <p:cNvPr id="640" name="Google Shape;640;p78"/>
          <p:cNvSpPr txBox="1"/>
          <p:nvPr/>
        </p:nvSpPr>
        <p:spPr>
          <a:xfrm>
            <a:off x="509700" y="115592"/>
            <a:ext cx="72591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50" lIns="86250" spcFirstLastPara="1" rIns="86250" wrap="square" tIns="86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8"/>
              <a:buFont typeface="Arial"/>
              <a:buNone/>
            </a:pPr>
            <a:r>
              <a:rPr b="1" lang="en" sz="1887">
                <a:solidFill>
                  <a:srgbClr val="FFFFFF"/>
                </a:solidFill>
                <a:highlight>
                  <a:srgbClr val="FFC000"/>
                </a:highlight>
                <a:latin typeface="Montserrat"/>
                <a:ea typeface="Montserrat"/>
                <a:cs typeface="Montserrat"/>
                <a:sym typeface="Montserrat"/>
              </a:rPr>
              <a:t>Managed Service </a:t>
            </a:r>
            <a:r>
              <a:rPr b="1" lang="en" sz="188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Benchmark</a:t>
            </a:r>
            <a:endParaRPr b="1" sz="1887">
              <a:solidFill>
                <a:srgbClr val="FFFFFF"/>
              </a:solidFill>
              <a:highlight>
                <a:srgbClr val="FFC000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9"/>
          <p:cNvSpPr txBox="1"/>
          <p:nvPr/>
        </p:nvSpPr>
        <p:spPr>
          <a:xfrm>
            <a:off x="326450" y="259547"/>
            <a:ext cx="72591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86250" lIns="86250" spcFirstLastPara="1" rIns="86250" wrap="square" tIns="862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8"/>
              <a:buFont typeface="Arial"/>
              <a:buNone/>
            </a:pPr>
            <a:r>
              <a:rPr b="1" lang="en" sz="1887">
                <a:solidFill>
                  <a:schemeClr val="lt1"/>
                </a:solidFill>
                <a:highlight>
                  <a:srgbClr val="FFC000"/>
                </a:highlight>
                <a:latin typeface="Montserrat"/>
                <a:ea typeface="Montserrat"/>
                <a:cs typeface="Montserrat"/>
                <a:sym typeface="Montserrat"/>
              </a:rPr>
              <a:t>33 Services</a:t>
            </a:r>
            <a:r>
              <a:rPr b="1" lang="en" sz="1887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be Digitized</a:t>
            </a:r>
            <a:endParaRPr b="1" sz="1887">
              <a:solidFill>
                <a:srgbClr val="FFFFFF"/>
              </a:solidFill>
              <a:highlight>
                <a:srgbClr val="FFC000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6" name="Google Shape;646;p79"/>
          <p:cNvSpPr txBox="1"/>
          <p:nvPr/>
        </p:nvSpPr>
        <p:spPr>
          <a:xfrm>
            <a:off x="327028" y="1052384"/>
            <a:ext cx="5004300" cy="3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1: Hrm &amp; Leave Management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2: Payroll Management 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3: Finance &amp; Account Management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4: Case Management System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5: CM Mandatory New Certification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6: CM Mandatory Renewal Service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7: CM Mandatory Brand Inclusion Service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8: CM Scope New Certification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9: CM Sope Renewal Certification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10: CM Scope Brand Inclusion Certification 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11: CM Halal Certification 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12: CM Halal Renewal Certification 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13: CM Halal Brand Inclusion 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14: Chemical Testing 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15: Physical Testing 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16: Physical Lab – Energy Meter 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17: MSC Certification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18: MSC Re-certification Management System</a:t>
            </a:r>
            <a:endParaRPr sz="1200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647" name="Google Shape;647;p79"/>
          <p:cNvSpPr txBox="1"/>
          <p:nvPr/>
        </p:nvSpPr>
        <p:spPr>
          <a:xfrm>
            <a:off x="4505925" y="724250"/>
            <a:ext cx="4490400" cy="44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19: </a:t>
            </a: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PCR Registration New 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20: </a:t>
            </a: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PCR Registration Renewal 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21: </a:t>
            </a: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PCR Brand Inclusion 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22: </a:t>
            </a: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Registered Importer/Exporter Certificate Service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23: </a:t>
            </a: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Registered Importer/Exporter Certificate Management Renewal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24: </a:t>
            </a: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Metrology License Issue 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25: </a:t>
            </a: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Metrology License Renewal Registration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26: Tank Lorry Calibration 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27: LPG Bottling Plant / LPG Filling Station / Fuel Filling Station Registration Service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28: LPG Bottling Plant / LPG Filling Station / Fuel Filling Station Renewal 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29: Building (Flat) / Establishment Measurement 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30: Storage Tank Calibration Serice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31: Industrial and Scientific Metrology Calibration 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32: Verification Service 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133350" lvl="0" marL="6750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5200C"/>
              </a:buClr>
              <a:buSzPts val="1200"/>
              <a:buFont typeface="Nunito Medium"/>
              <a:buChar char="❏"/>
            </a:pPr>
            <a:r>
              <a:rPr lang="en" sz="1200">
                <a:solidFill>
                  <a:srgbClr val="85200C"/>
                </a:solidFill>
                <a:latin typeface="Nunito Medium"/>
                <a:ea typeface="Nunito Medium"/>
                <a:cs typeface="Nunito Medium"/>
                <a:sym typeface="Nunito Medium"/>
              </a:rPr>
              <a:t>Service 33:Mobile Court &amp; Surveillance e-Service </a:t>
            </a:r>
            <a:endParaRPr sz="1200">
              <a:solidFill>
                <a:srgbClr val="85200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39321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cxnSp>
        <p:nvCxnSpPr>
          <p:cNvPr id="648" name="Google Shape;648;p79"/>
          <p:cNvCxnSpPr/>
          <p:nvPr/>
        </p:nvCxnSpPr>
        <p:spPr>
          <a:xfrm>
            <a:off x="4330775" y="988100"/>
            <a:ext cx="0" cy="3703200"/>
          </a:xfrm>
          <a:prstGeom prst="straightConnector1">
            <a:avLst/>
          </a:prstGeom>
          <a:noFill/>
          <a:ln cap="flat" cmpd="sng" w="9525">
            <a:solidFill>
              <a:srgbClr val="FFC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80"/>
          <p:cNvSpPr txBox="1"/>
          <p:nvPr>
            <p:ph idx="1" type="subTitle"/>
          </p:nvPr>
        </p:nvSpPr>
        <p:spPr>
          <a:xfrm>
            <a:off x="2249275" y="1761925"/>
            <a:ext cx="6197400" cy="621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000">
                <a:latin typeface="Nunito"/>
                <a:ea typeface="Nunito"/>
                <a:cs typeface="Nunito"/>
                <a:sym typeface="Nunito"/>
              </a:rPr>
              <a:t>33 Service Analysis Summary</a:t>
            </a:r>
            <a:endParaRPr b="1" sz="30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81"/>
          <p:cNvSpPr/>
          <p:nvPr/>
        </p:nvSpPr>
        <p:spPr>
          <a:xfrm>
            <a:off x="916675" y="1997175"/>
            <a:ext cx="7130700" cy="1288200"/>
          </a:xfrm>
          <a:prstGeom prst="roundRect">
            <a:avLst>
              <a:gd fmla="val 4680" name="adj"/>
            </a:avLst>
          </a:prstGeom>
          <a:solidFill>
            <a:schemeClr val="lt1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59" name="Google Shape;659;p81"/>
          <p:cNvSpPr/>
          <p:nvPr/>
        </p:nvSpPr>
        <p:spPr>
          <a:xfrm>
            <a:off x="879450" y="1920875"/>
            <a:ext cx="17202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0" name="Google Shape;660;p81"/>
          <p:cNvSpPr/>
          <p:nvPr/>
        </p:nvSpPr>
        <p:spPr>
          <a:xfrm>
            <a:off x="892501" y="932646"/>
            <a:ext cx="7130700" cy="960900"/>
          </a:xfrm>
          <a:prstGeom prst="roundRect">
            <a:avLst>
              <a:gd fmla="val 4680" name="adj"/>
            </a:avLst>
          </a:prstGeom>
          <a:solidFill>
            <a:schemeClr val="lt1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1" name="Google Shape;661;p81"/>
          <p:cNvSpPr/>
          <p:nvPr/>
        </p:nvSpPr>
        <p:spPr>
          <a:xfrm>
            <a:off x="2390150" y="330625"/>
            <a:ext cx="47874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2" name="Google Shape;662;p81"/>
          <p:cNvSpPr/>
          <p:nvPr/>
        </p:nvSpPr>
        <p:spPr>
          <a:xfrm>
            <a:off x="892501" y="330595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3" name="Google Shape;663;p81"/>
          <p:cNvSpPr/>
          <p:nvPr/>
        </p:nvSpPr>
        <p:spPr>
          <a:xfrm>
            <a:off x="2722865" y="433780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HRM &amp; LEAVE MANAGEMENT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Human Resource Administration </a:t>
            </a:r>
            <a:r>
              <a:rPr lang="en" sz="900">
                <a:solidFill>
                  <a:srgbClr val="999999"/>
                </a:solidFill>
                <a:latin typeface="Nunito"/>
                <a:ea typeface="Nunito"/>
                <a:cs typeface="Nunito"/>
                <a:sym typeface="Nunito"/>
              </a:rPr>
              <a:t>• </a:t>
            </a: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Employee Lifecycle </a:t>
            </a:r>
            <a:r>
              <a:rPr lang="en" sz="900">
                <a:solidFill>
                  <a:srgbClr val="999999"/>
                </a:solidFill>
                <a:latin typeface="Nunito"/>
                <a:ea typeface="Nunito"/>
                <a:cs typeface="Nunito"/>
                <a:sym typeface="Nunito"/>
              </a:rPr>
              <a:t>• </a:t>
            </a: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Leave Management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64" name="Google Shape;664;p81"/>
          <p:cNvSpPr txBox="1"/>
          <p:nvPr/>
        </p:nvSpPr>
        <p:spPr>
          <a:xfrm>
            <a:off x="1144502" y="44728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Service 01</a:t>
            </a:r>
            <a:endParaRPr sz="15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665" name="Google Shape;665;p81"/>
          <p:cNvGrpSpPr/>
          <p:nvPr/>
        </p:nvGrpSpPr>
        <p:grpSpPr>
          <a:xfrm>
            <a:off x="1000920" y="1052673"/>
            <a:ext cx="2235419" cy="368478"/>
            <a:chOff x="1047542" y="1504021"/>
            <a:chExt cx="1935428" cy="414300"/>
          </a:xfrm>
        </p:grpSpPr>
        <p:sp>
          <p:nvSpPr>
            <p:cNvPr id="666" name="Google Shape;666;p81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67" name="Google Shape;667;p81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Human Resource Management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68" name="Google Shape;668;p81"/>
          <p:cNvGrpSpPr/>
          <p:nvPr/>
        </p:nvGrpSpPr>
        <p:grpSpPr>
          <a:xfrm>
            <a:off x="3307553" y="1052655"/>
            <a:ext cx="2349996" cy="368478"/>
            <a:chOff x="3110817" y="1504021"/>
            <a:chExt cx="1935428" cy="414300"/>
          </a:xfrm>
        </p:grpSpPr>
        <p:sp>
          <p:nvSpPr>
            <p:cNvPr id="669" name="Google Shape;669;p81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70" name="Google Shape;670;p81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Internal Enterprise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71" name="Google Shape;671;p81"/>
          <p:cNvGrpSpPr/>
          <p:nvPr/>
        </p:nvGrpSpPr>
        <p:grpSpPr>
          <a:xfrm>
            <a:off x="5719739" y="1052673"/>
            <a:ext cx="2235419" cy="368478"/>
            <a:chOff x="5285817" y="1504021"/>
            <a:chExt cx="1935428" cy="414300"/>
          </a:xfrm>
        </p:grpSpPr>
        <p:sp>
          <p:nvSpPr>
            <p:cNvPr id="672" name="Google Shape;672;p81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73" name="Google Shape;673;p81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HR • Administrators • Employees • Management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74" name="Google Shape;674;p81"/>
          <p:cNvGrpSpPr/>
          <p:nvPr/>
        </p:nvGrpSpPr>
        <p:grpSpPr>
          <a:xfrm>
            <a:off x="1000920" y="1478432"/>
            <a:ext cx="2306786" cy="368478"/>
            <a:chOff x="1047542" y="1504021"/>
            <a:chExt cx="1997218" cy="414300"/>
          </a:xfrm>
        </p:grpSpPr>
        <p:sp>
          <p:nvSpPr>
            <p:cNvPr id="675" name="Google Shape;675;p81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76" name="Google Shape;676;p81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Employee &amp; Leave Administration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77" name="Google Shape;677;p81"/>
          <p:cNvGrpSpPr/>
          <p:nvPr/>
        </p:nvGrpSpPr>
        <p:grpSpPr>
          <a:xfrm>
            <a:off x="3307553" y="1478415"/>
            <a:ext cx="2349996" cy="368478"/>
            <a:chOff x="3110817" y="1504021"/>
            <a:chExt cx="1935428" cy="414300"/>
          </a:xfrm>
        </p:grpSpPr>
        <p:sp>
          <p:nvSpPr>
            <p:cNvPr id="678" name="Google Shape;678;p81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79" name="Google Shape;679;p81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11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680" name="Google Shape;680;p81"/>
          <p:cNvGrpSpPr/>
          <p:nvPr/>
        </p:nvGrpSpPr>
        <p:grpSpPr>
          <a:xfrm>
            <a:off x="5719739" y="1478432"/>
            <a:ext cx="2235419" cy="368478"/>
            <a:chOff x="5285817" y="1504021"/>
            <a:chExt cx="1935428" cy="414300"/>
          </a:xfrm>
        </p:grpSpPr>
        <p:sp>
          <p:nvSpPr>
            <p:cNvPr id="681" name="Google Shape;681;p81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682" name="Google Shape;682;p81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49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683" name="Google Shape;683;p81"/>
          <p:cNvSpPr/>
          <p:nvPr/>
        </p:nvSpPr>
        <p:spPr>
          <a:xfrm>
            <a:off x="879450" y="82269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84" name="Google Shape;684;p81"/>
          <p:cNvSpPr/>
          <p:nvPr/>
        </p:nvSpPr>
        <p:spPr>
          <a:xfrm>
            <a:off x="1034626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85" name="Google Shape;685;p81"/>
          <p:cNvSpPr txBox="1"/>
          <p:nvPr/>
        </p:nvSpPr>
        <p:spPr>
          <a:xfrm>
            <a:off x="1054401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Organization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86" name="Google Shape;686;p81"/>
          <p:cNvSpPr txBox="1"/>
          <p:nvPr/>
        </p:nvSpPr>
        <p:spPr>
          <a:xfrm>
            <a:off x="1644700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Organogram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Office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Designation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687" name="Google Shape;687;p81"/>
          <p:cNvSpPr/>
          <p:nvPr/>
        </p:nvSpPr>
        <p:spPr>
          <a:xfrm>
            <a:off x="3375613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88" name="Google Shape;688;p81"/>
          <p:cNvSpPr txBox="1"/>
          <p:nvPr/>
        </p:nvSpPr>
        <p:spPr>
          <a:xfrm>
            <a:off x="3395387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Employee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89" name="Google Shape;689;p81"/>
          <p:cNvSpPr txBox="1"/>
          <p:nvPr/>
        </p:nvSpPr>
        <p:spPr>
          <a:xfrm>
            <a:off x="3985686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Employee Profile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Employee Records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PDS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690" name="Google Shape;690;p81"/>
          <p:cNvSpPr/>
          <p:nvPr/>
        </p:nvSpPr>
        <p:spPr>
          <a:xfrm>
            <a:off x="5704449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91" name="Google Shape;691;p81"/>
          <p:cNvSpPr txBox="1"/>
          <p:nvPr/>
        </p:nvSpPr>
        <p:spPr>
          <a:xfrm>
            <a:off x="5724223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Identification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92" name="Google Shape;692;p81"/>
          <p:cNvSpPr txBox="1"/>
          <p:nvPr/>
        </p:nvSpPr>
        <p:spPr>
          <a:xfrm>
            <a:off x="6314522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Digital Id Card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Unique Employee Id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QR Verification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693" name="Google Shape;693;p81"/>
          <p:cNvSpPr/>
          <p:nvPr/>
        </p:nvSpPr>
        <p:spPr>
          <a:xfrm>
            <a:off x="1033650" y="265187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94" name="Google Shape;694;p81"/>
          <p:cNvSpPr txBox="1"/>
          <p:nvPr/>
        </p:nvSpPr>
        <p:spPr>
          <a:xfrm>
            <a:off x="1053432" y="267128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Employee Administration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95" name="Google Shape;695;p81"/>
          <p:cNvSpPr txBox="1"/>
          <p:nvPr/>
        </p:nvSpPr>
        <p:spPr>
          <a:xfrm>
            <a:off x="1643731" y="284583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Office Assignment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Designation Assignment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Transfer &amp; Posting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Release &amp; joining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696" name="Google Shape;696;p81"/>
          <p:cNvSpPr/>
          <p:nvPr/>
        </p:nvSpPr>
        <p:spPr>
          <a:xfrm>
            <a:off x="3374650" y="265175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97" name="Google Shape;697;p81"/>
          <p:cNvSpPr txBox="1"/>
          <p:nvPr/>
        </p:nvSpPr>
        <p:spPr>
          <a:xfrm>
            <a:off x="3394418" y="268326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Workflow &amp; Access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98" name="Google Shape;698;p81"/>
          <p:cNvSpPr txBox="1"/>
          <p:nvPr/>
        </p:nvSpPr>
        <p:spPr>
          <a:xfrm>
            <a:off x="3984717" y="285268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Employee Modification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Approval Workflow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Roles &amp; Permissions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Management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699" name="Google Shape;699;p81"/>
          <p:cNvSpPr/>
          <p:nvPr/>
        </p:nvSpPr>
        <p:spPr>
          <a:xfrm>
            <a:off x="5703475" y="265175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00" name="Google Shape;700;p81"/>
          <p:cNvSpPr txBox="1"/>
          <p:nvPr/>
        </p:nvSpPr>
        <p:spPr>
          <a:xfrm>
            <a:off x="5723254" y="267735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Leave Management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01" name="Google Shape;701;p81"/>
          <p:cNvSpPr txBox="1"/>
          <p:nvPr/>
        </p:nvSpPr>
        <p:spPr>
          <a:xfrm>
            <a:off x="6313554" y="285769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Leave Policy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Leave Type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Leave Application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Leave Approval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Leave History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702" name="Google Shape;702;p81"/>
          <p:cNvGraphicFramePr/>
          <p:nvPr/>
        </p:nvGraphicFramePr>
        <p:xfrm>
          <a:off x="916698" y="3500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chemeClr val="accent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Organogram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chemeClr val="accent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Users Module for Admin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 u="none" cap="none" strike="noStrike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chemeClr val="accent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Employee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chemeClr val="accent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Reset User Password for Admin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b="1" sz="800" u="none" cap="none" strike="noStrike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chemeClr val="accent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Employee Office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chemeClr val="accent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Director General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b="1" sz="800" u="none" cap="none" strike="noStrike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chemeClr val="accent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ID Card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chemeClr val="accent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Release and Assign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 u="none" cap="none" strike="noStrike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chemeClr val="accent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PDS (Personal Data Sheet)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chemeClr val="accent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Leave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 u="none" cap="none" strike="noStrike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accent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chemeClr val="accent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Employee Modification with Dynamic Workflow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chemeClr val="accent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03" name="Google Shape;703;p81"/>
          <p:cNvSpPr/>
          <p:nvPr/>
        </p:nvSpPr>
        <p:spPr>
          <a:xfrm>
            <a:off x="817028" y="328537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04" name="Google Shape;70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6" name="Google Shape;706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8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16675" y="231573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8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16675" y="2857800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8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17500" y="2337567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8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69450" y="2888571"/>
            <a:ext cx="257100" cy="257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8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03100" y="2316813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8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922225" y="2897500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82"/>
          <p:cNvSpPr/>
          <p:nvPr/>
        </p:nvSpPr>
        <p:spPr>
          <a:xfrm>
            <a:off x="916676" y="1932600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82"/>
          <p:cNvSpPr/>
          <p:nvPr/>
        </p:nvSpPr>
        <p:spPr>
          <a:xfrm>
            <a:off x="902969" y="1856299"/>
            <a:ext cx="16692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22" name="Google Shape;722;p82"/>
          <p:cNvSpPr/>
          <p:nvPr/>
        </p:nvSpPr>
        <p:spPr>
          <a:xfrm>
            <a:off x="892501" y="868070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82"/>
          <p:cNvSpPr/>
          <p:nvPr/>
        </p:nvSpPr>
        <p:spPr>
          <a:xfrm>
            <a:off x="2390150" y="266025"/>
            <a:ext cx="46803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82"/>
          <p:cNvSpPr/>
          <p:nvPr/>
        </p:nvSpPr>
        <p:spPr>
          <a:xfrm>
            <a:off x="892501" y="266019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82"/>
          <p:cNvSpPr/>
          <p:nvPr/>
        </p:nvSpPr>
        <p:spPr>
          <a:xfrm>
            <a:off x="2722865" y="369204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PAYROLL MANAGEMENT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Salary Processing • Payroll Administration • Employee Financial Benefits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26" name="Google Shape;726;p82"/>
          <p:cNvSpPr txBox="1"/>
          <p:nvPr/>
        </p:nvSpPr>
        <p:spPr>
          <a:xfrm>
            <a:off x="1144502" y="382713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02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727" name="Google Shape;727;p82"/>
          <p:cNvGrpSpPr/>
          <p:nvPr/>
        </p:nvGrpSpPr>
        <p:grpSpPr>
          <a:xfrm>
            <a:off x="1000920" y="988096"/>
            <a:ext cx="2235419" cy="368478"/>
            <a:chOff x="1047542" y="1504021"/>
            <a:chExt cx="1935428" cy="414300"/>
          </a:xfrm>
        </p:grpSpPr>
        <p:sp>
          <p:nvSpPr>
            <p:cNvPr id="728" name="Google Shape;728;p82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729" name="Google Shape;729;p82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Payroll &amp; Employee Benefits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730" name="Google Shape;730;p82"/>
          <p:cNvGrpSpPr/>
          <p:nvPr/>
        </p:nvGrpSpPr>
        <p:grpSpPr>
          <a:xfrm>
            <a:off x="3307553" y="988079"/>
            <a:ext cx="2349996" cy="368478"/>
            <a:chOff x="3110817" y="1504021"/>
            <a:chExt cx="1935428" cy="414300"/>
          </a:xfrm>
        </p:grpSpPr>
        <p:sp>
          <p:nvSpPr>
            <p:cNvPr id="731" name="Google Shape;731;p82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732" name="Google Shape;732;p82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Internal Enterprise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733" name="Google Shape;733;p82"/>
          <p:cNvGrpSpPr/>
          <p:nvPr/>
        </p:nvGrpSpPr>
        <p:grpSpPr>
          <a:xfrm>
            <a:off x="5719739" y="988096"/>
            <a:ext cx="2235419" cy="368478"/>
            <a:chOff x="5285817" y="1504021"/>
            <a:chExt cx="1935428" cy="414300"/>
          </a:xfrm>
        </p:grpSpPr>
        <p:sp>
          <p:nvSpPr>
            <p:cNvPr id="734" name="Google Shape;734;p82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735" name="Google Shape;735;p82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HR • Payroll • Finance • Employees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736" name="Google Shape;736;p82"/>
          <p:cNvGrpSpPr/>
          <p:nvPr/>
        </p:nvGrpSpPr>
        <p:grpSpPr>
          <a:xfrm>
            <a:off x="1000920" y="1413856"/>
            <a:ext cx="2306786" cy="368478"/>
            <a:chOff x="1047542" y="1504021"/>
            <a:chExt cx="1997218" cy="414300"/>
          </a:xfrm>
        </p:grpSpPr>
        <p:sp>
          <p:nvSpPr>
            <p:cNvPr id="737" name="Google Shape;737;p82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738" name="Google Shape;738;p82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Salary, Benefits &amp; Payroll Accounting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739" name="Google Shape;739;p82"/>
          <p:cNvGrpSpPr/>
          <p:nvPr/>
        </p:nvGrpSpPr>
        <p:grpSpPr>
          <a:xfrm>
            <a:off x="3307553" y="1413839"/>
            <a:ext cx="2349996" cy="368478"/>
            <a:chOff x="3110817" y="1504021"/>
            <a:chExt cx="1935428" cy="414300"/>
          </a:xfrm>
        </p:grpSpPr>
        <p:sp>
          <p:nvSpPr>
            <p:cNvPr id="740" name="Google Shape;740;p82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741" name="Google Shape;741;p82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15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742" name="Google Shape;742;p82"/>
          <p:cNvGrpSpPr/>
          <p:nvPr/>
        </p:nvGrpSpPr>
        <p:grpSpPr>
          <a:xfrm>
            <a:off x="5719739" y="1413856"/>
            <a:ext cx="2235419" cy="368478"/>
            <a:chOff x="5285817" y="1504021"/>
            <a:chExt cx="1935428" cy="414300"/>
          </a:xfrm>
        </p:grpSpPr>
        <p:sp>
          <p:nvSpPr>
            <p:cNvPr id="743" name="Google Shape;743;p82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744" name="Google Shape;744;p82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84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745" name="Google Shape;745;p82"/>
          <p:cNvSpPr/>
          <p:nvPr/>
        </p:nvSpPr>
        <p:spPr>
          <a:xfrm>
            <a:off x="879450" y="758122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6" name="Google Shape;746;p82"/>
          <p:cNvSpPr/>
          <p:nvPr/>
        </p:nvSpPr>
        <p:spPr>
          <a:xfrm>
            <a:off x="1034626" y="2084852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7" name="Google Shape;747;p82"/>
          <p:cNvSpPr txBox="1"/>
          <p:nvPr/>
        </p:nvSpPr>
        <p:spPr>
          <a:xfrm>
            <a:off x="1054401" y="209296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Salary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8" name="Google Shape;748;p82"/>
          <p:cNvSpPr txBox="1"/>
          <p:nvPr/>
        </p:nvSpPr>
        <p:spPr>
          <a:xfrm>
            <a:off x="1644700" y="224636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Earnings &amp; Deductions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 Scale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Salary Fixation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Salary Processing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749" name="Google Shape;749;p82"/>
          <p:cNvSpPr/>
          <p:nvPr/>
        </p:nvSpPr>
        <p:spPr>
          <a:xfrm>
            <a:off x="3375613" y="2084852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0" name="Google Shape;750;p82"/>
          <p:cNvSpPr txBox="1"/>
          <p:nvPr/>
        </p:nvSpPr>
        <p:spPr>
          <a:xfrm>
            <a:off x="3395387" y="209923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Benefits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1" name="Google Shape;751;p82"/>
          <p:cNvSpPr txBox="1"/>
          <p:nvPr/>
        </p:nvSpPr>
        <p:spPr>
          <a:xfrm>
            <a:off x="3985686" y="224636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Bonus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Bank Advice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Salary Certification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Payslip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752" name="Google Shape;752;p82"/>
          <p:cNvSpPr/>
          <p:nvPr/>
        </p:nvSpPr>
        <p:spPr>
          <a:xfrm>
            <a:off x="5704449" y="2084852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3" name="Google Shape;753;p82"/>
          <p:cNvSpPr txBox="1"/>
          <p:nvPr/>
        </p:nvSpPr>
        <p:spPr>
          <a:xfrm>
            <a:off x="5724223" y="209923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Tax &amp; Accounting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4" name="Google Shape;754;p82"/>
          <p:cNvSpPr txBox="1"/>
          <p:nvPr/>
        </p:nvSpPr>
        <p:spPr>
          <a:xfrm>
            <a:off x="6314522" y="226988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Income Tax Statement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Journal Voucher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Payroll Accounts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755" name="Google Shape;755;p82"/>
          <p:cNvSpPr/>
          <p:nvPr/>
        </p:nvSpPr>
        <p:spPr>
          <a:xfrm>
            <a:off x="1033650" y="2587299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6" name="Google Shape;756;p82"/>
          <p:cNvSpPr txBox="1"/>
          <p:nvPr/>
        </p:nvSpPr>
        <p:spPr>
          <a:xfrm>
            <a:off x="1053432" y="260671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Employee Finance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7" name="Google Shape;757;p82"/>
          <p:cNvSpPr txBox="1"/>
          <p:nvPr/>
        </p:nvSpPr>
        <p:spPr>
          <a:xfrm>
            <a:off x="1643731" y="278125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Loan Management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GPF Management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758" name="Google Shape;758;p82"/>
          <p:cNvSpPr/>
          <p:nvPr/>
        </p:nvSpPr>
        <p:spPr>
          <a:xfrm>
            <a:off x="3374650" y="2587174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9" name="Google Shape;759;p82"/>
          <p:cNvSpPr txBox="1"/>
          <p:nvPr/>
        </p:nvSpPr>
        <p:spPr>
          <a:xfrm>
            <a:off x="3394418" y="261868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0" name="Google Shape;760;p82"/>
          <p:cNvSpPr txBox="1"/>
          <p:nvPr/>
        </p:nvSpPr>
        <p:spPr>
          <a:xfrm>
            <a:off x="3984717" y="278811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Salary Month Lock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Payroll Controls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761" name="Google Shape;761;p82"/>
          <p:cNvSpPr/>
          <p:nvPr/>
        </p:nvSpPr>
        <p:spPr>
          <a:xfrm>
            <a:off x="5703475" y="2587174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2" name="Google Shape;762;p82"/>
          <p:cNvSpPr txBox="1"/>
          <p:nvPr/>
        </p:nvSpPr>
        <p:spPr>
          <a:xfrm>
            <a:off x="5723254" y="261277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Leave Output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63" name="Google Shape;763;p82"/>
          <p:cNvSpPr txBox="1"/>
          <p:nvPr/>
        </p:nvSpPr>
        <p:spPr>
          <a:xfrm>
            <a:off x="6313554" y="279768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Salary Sheets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Statements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Payslips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764" name="Google Shape;764;p82"/>
          <p:cNvGraphicFramePr/>
          <p:nvPr/>
        </p:nvGraphicFramePr>
        <p:xfrm>
          <a:off x="916698" y="34277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Regular Salary – Earnings/Deductions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Income Tax Statement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Payroll Pay Scale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Journal Voucher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9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Salary Fixation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Payroll Accounts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Salary Process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/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Salary Month Lock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595959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b="1" sz="800">
                        <a:solidFill>
                          <a:srgbClr val="595959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Bonus Process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/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Download </a:t>
                      </a: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Payslips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Bank Advice (Salary/Bonus)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Loan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22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Top Sheet (Salary/Bonus)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GPF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595959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 u="none" cap="none" strike="noStrike">
                        <a:solidFill>
                          <a:srgbClr val="595959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Salary Certification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65" name="Google Shape;765;p82"/>
          <p:cNvSpPr/>
          <p:nvPr/>
        </p:nvSpPr>
        <p:spPr>
          <a:xfrm>
            <a:off x="817028" y="3220803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6" name="Google Shape;766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2479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7" name="Google Shape;767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2479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2479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9" name="Google Shape;769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4758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0" name="Google Shape;770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4758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1" name="Google Shape;771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4758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2" name="Google Shape;772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16675" y="2257749"/>
            <a:ext cx="275700" cy="2756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3" name="Google Shape;773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94350" y="2756550"/>
            <a:ext cx="322250" cy="32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4" name="Google Shape;774;p8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20800" y="2238900"/>
            <a:ext cx="275700" cy="2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8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20800" y="2780496"/>
            <a:ext cx="275700" cy="2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8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59300" y="276870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7" name="Google Shape;777;p8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24925" y="2263700"/>
            <a:ext cx="275700" cy="2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83"/>
          <p:cNvSpPr/>
          <p:nvPr/>
        </p:nvSpPr>
        <p:spPr>
          <a:xfrm>
            <a:off x="916676" y="2088511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83"/>
          <p:cNvSpPr/>
          <p:nvPr/>
        </p:nvSpPr>
        <p:spPr>
          <a:xfrm>
            <a:off x="902969" y="2012211"/>
            <a:ext cx="16671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4" name="Google Shape;784;p83"/>
          <p:cNvSpPr/>
          <p:nvPr/>
        </p:nvSpPr>
        <p:spPr>
          <a:xfrm>
            <a:off x="892501" y="1023982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83"/>
          <p:cNvSpPr/>
          <p:nvPr/>
        </p:nvSpPr>
        <p:spPr>
          <a:xfrm>
            <a:off x="2390150" y="421950"/>
            <a:ext cx="46803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83"/>
          <p:cNvSpPr/>
          <p:nvPr/>
        </p:nvSpPr>
        <p:spPr>
          <a:xfrm>
            <a:off x="892501" y="421931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83"/>
          <p:cNvSpPr/>
          <p:nvPr/>
        </p:nvSpPr>
        <p:spPr>
          <a:xfrm>
            <a:off x="2722865" y="525116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FINANCE &amp; ACCOUNTS MANAGEMENT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Budgeting • Revenue &amp; Expenditure • Accounting • Financial Control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8" name="Google Shape;788;p83"/>
          <p:cNvSpPr txBox="1"/>
          <p:nvPr/>
        </p:nvSpPr>
        <p:spPr>
          <a:xfrm>
            <a:off x="1144502" y="538624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03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789" name="Google Shape;789;p83"/>
          <p:cNvGrpSpPr/>
          <p:nvPr/>
        </p:nvGrpSpPr>
        <p:grpSpPr>
          <a:xfrm>
            <a:off x="1000920" y="1144008"/>
            <a:ext cx="2235419" cy="368478"/>
            <a:chOff x="1047542" y="1504021"/>
            <a:chExt cx="1935428" cy="414300"/>
          </a:xfrm>
        </p:grpSpPr>
        <p:sp>
          <p:nvSpPr>
            <p:cNvPr id="790" name="Google Shape;790;p83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791" name="Google Shape;791;p83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Finance &amp; Accounts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792" name="Google Shape;792;p83"/>
          <p:cNvGrpSpPr/>
          <p:nvPr/>
        </p:nvGrpSpPr>
        <p:grpSpPr>
          <a:xfrm>
            <a:off x="3307553" y="1143991"/>
            <a:ext cx="2349996" cy="368478"/>
            <a:chOff x="3110817" y="1504021"/>
            <a:chExt cx="1935428" cy="414300"/>
          </a:xfrm>
        </p:grpSpPr>
        <p:sp>
          <p:nvSpPr>
            <p:cNvPr id="793" name="Google Shape;793;p83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794" name="Google Shape;794;p83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Internal Enterprise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795" name="Google Shape;795;p83"/>
          <p:cNvGrpSpPr/>
          <p:nvPr/>
        </p:nvGrpSpPr>
        <p:grpSpPr>
          <a:xfrm>
            <a:off x="5719739" y="1144008"/>
            <a:ext cx="2235419" cy="368478"/>
            <a:chOff x="5285817" y="1504021"/>
            <a:chExt cx="1935428" cy="414300"/>
          </a:xfrm>
        </p:grpSpPr>
        <p:sp>
          <p:nvSpPr>
            <p:cNvPr id="796" name="Google Shape;796;p83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797" name="Google Shape;797;p83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Finance • Accounts • Authorized Management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798" name="Google Shape;798;p83"/>
          <p:cNvGrpSpPr/>
          <p:nvPr/>
        </p:nvGrpSpPr>
        <p:grpSpPr>
          <a:xfrm>
            <a:off x="1000920" y="1569768"/>
            <a:ext cx="2306786" cy="368478"/>
            <a:chOff x="1047542" y="1504021"/>
            <a:chExt cx="1997218" cy="414300"/>
          </a:xfrm>
        </p:grpSpPr>
        <p:sp>
          <p:nvSpPr>
            <p:cNvPr id="799" name="Google Shape;799;p83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800" name="Google Shape;800;p83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End-to-End Financial Management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801" name="Google Shape;801;p83"/>
          <p:cNvGrpSpPr/>
          <p:nvPr/>
        </p:nvGrpSpPr>
        <p:grpSpPr>
          <a:xfrm>
            <a:off x="3307553" y="1569751"/>
            <a:ext cx="2349996" cy="368478"/>
            <a:chOff x="3110817" y="1504021"/>
            <a:chExt cx="1935428" cy="414300"/>
          </a:xfrm>
        </p:grpSpPr>
        <p:sp>
          <p:nvSpPr>
            <p:cNvPr id="802" name="Google Shape;802;p83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803" name="Google Shape;803;p83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10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804" name="Google Shape;804;p83"/>
          <p:cNvGrpSpPr/>
          <p:nvPr/>
        </p:nvGrpSpPr>
        <p:grpSpPr>
          <a:xfrm>
            <a:off x="5719739" y="1569768"/>
            <a:ext cx="2235419" cy="368478"/>
            <a:chOff x="5285817" y="1504021"/>
            <a:chExt cx="1935428" cy="414300"/>
          </a:xfrm>
        </p:grpSpPr>
        <p:sp>
          <p:nvSpPr>
            <p:cNvPr id="805" name="Google Shape;805;p83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806" name="Google Shape;806;p83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57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807" name="Google Shape;807;p83"/>
          <p:cNvSpPr/>
          <p:nvPr/>
        </p:nvSpPr>
        <p:spPr>
          <a:xfrm>
            <a:off x="879450" y="914034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8" name="Google Shape;808;p83"/>
          <p:cNvSpPr/>
          <p:nvPr/>
        </p:nvSpPr>
        <p:spPr>
          <a:xfrm>
            <a:off x="1034626" y="2240764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9" name="Google Shape;809;p83"/>
          <p:cNvSpPr txBox="1"/>
          <p:nvPr/>
        </p:nvSpPr>
        <p:spPr>
          <a:xfrm>
            <a:off x="1054401" y="225514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Budget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0" name="Google Shape;810;p83"/>
          <p:cNvSpPr txBox="1"/>
          <p:nvPr/>
        </p:nvSpPr>
        <p:spPr>
          <a:xfrm>
            <a:off x="1644700" y="2402279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Budget Creation &amp; Allocation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Budget Distribution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Budget Control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811" name="Google Shape;811;p83"/>
          <p:cNvSpPr/>
          <p:nvPr/>
        </p:nvSpPr>
        <p:spPr>
          <a:xfrm>
            <a:off x="3375613" y="2240764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2" name="Google Shape;812;p83"/>
          <p:cNvSpPr txBox="1"/>
          <p:nvPr/>
        </p:nvSpPr>
        <p:spPr>
          <a:xfrm>
            <a:off x="3395387" y="225514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Revenue &amp; Expense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3" name="Google Shape;813;p83"/>
          <p:cNvSpPr txBox="1"/>
          <p:nvPr/>
        </p:nvSpPr>
        <p:spPr>
          <a:xfrm>
            <a:off x="3985686" y="2402279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Income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Expense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Collection Tracking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814" name="Google Shape;814;p83"/>
          <p:cNvSpPr/>
          <p:nvPr/>
        </p:nvSpPr>
        <p:spPr>
          <a:xfrm>
            <a:off x="5704449" y="2240764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5" name="Google Shape;815;p83"/>
          <p:cNvSpPr txBox="1"/>
          <p:nvPr/>
        </p:nvSpPr>
        <p:spPr>
          <a:xfrm>
            <a:off x="5724223" y="225514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Accounting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6" name="Google Shape;816;p83"/>
          <p:cNvSpPr txBox="1"/>
          <p:nvPr/>
        </p:nvSpPr>
        <p:spPr>
          <a:xfrm>
            <a:off x="6314522" y="2402279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Ledger &amp; Accounting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Voucher Management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Chart of Accounts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817" name="Google Shape;817;p83"/>
          <p:cNvSpPr/>
          <p:nvPr/>
        </p:nvSpPr>
        <p:spPr>
          <a:xfrm>
            <a:off x="1033650" y="2743211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8" name="Google Shape;818;p83"/>
          <p:cNvSpPr txBox="1"/>
          <p:nvPr/>
        </p:nvSpPr>
        <p:spPr>
          <a:xfrm>
            <a:off x="1053432" y="2762623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Payment &amp; Payroll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19" name="Google Shape;819;p83"/>
          <p:cNvSpPr txBox="1"/>
          <p:nvPr/>
        </p:nvSpPr>
        <p:spPr>
          <a:xfrm>
            <a:off x="1643731" y="2937169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 Gateway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Payroll Integration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820" name="Google Shape;820;p83"/>
          <p:cNvSpPr/>
          <p:nvPr/>
        </p:nvSpPr>
        <p:spPr>
          <a:xfrm>
            <a:off x="3374650" y="2743086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1" name="Google Shape;821;p83"/>
          <p:cNvSpPr txBox="1"/>
          <p:nvPr/>
        </p:nvSpPr>
        <p:spPr>
          <a:xfrm>
            <a:off x="3394418" y="2767099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Reporting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2" name="Google Shape;822;p83"/>
          <p:cNvSpPr txBox="1"/>
          <p:nvPr/>
        </p:nvSpPr>
        <p:spPr>
          <a:xfrm>
            <a:off x="3996724" y="294802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Income Reports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Expense Reports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Budget Utilization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Ledger &amp; Trial Balance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823" name="Google Shape;823;p83"/>
          <p:cNvSpPr/>
          <p:nvPr/>
        </p:nvSpPr>
        <p:spPr>
          <a:xfrm>
            <a:off x="5703475" y="2743086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4" name="Google Shape;824;p83"/>
          <p:cNvSpPr txBox="1"/>
          <p:nvPr/>
        </p:nvSpPr>
        <p:spPr>
          <a:xfrm>
            <a:off x="5723254" y="2768686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 &amp; Audit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25" name="Google Shape;825;p83"/>
          <p:cNvSpPr txBox="1"/>
          <p:nvPr/>
        </p:nvSpPr>
        <p:spPr>
          <a:xfrm>
            <a:off x="6313554" y="294902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Role-Based Access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Approval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Audit Trail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Activity History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826" name="Google Shape;826;p83"/>
          <p:cNvGraphicFramePr/>
          <p:nvPr/>
        </p:nvGraphicFramePr>
        <p:xfrm>
          <a:off x="916698" y="35917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Budget Management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Chart of Accounts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Income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Gateway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Expense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Payroll Integration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Ledger &amp; Accounting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Reporting System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Voucher Management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Role-Based Access Control &amp; Audit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27" name="Google Shape;827;p83"/>
          <p:cNvSpPr/>
          <p:nvPr/>
        </p:nvSpPr>
        <p:spPr>
          <a:xfrm>
            <a:off x="817028" y="3376715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28" name="Google Shape;828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18070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18070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18070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60349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60349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60349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8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85100" y="2386261"/>
            <a:ext cx="300900" cy="30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8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95600" y="238624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8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97700" y="2915236"/>
            <a:ext cx="275700" cy="2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7" name="Google Shape;837;p8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36700" y="2921461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8" name="Google Shape;838;p8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59300" y="2419611"/>
            <a:ext cx="275700" cy="2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9" name="Google Shape;839;p8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59288" y="2937161"/>
            <a:ext cx="275700" cy="2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84"/>
          <p:cNvSpPr/>
          <p:nvPr/>
        </p:nvSpPr>
        <p:spPr>
          <a:xfrm>
            <a:off x="916676" y="2245087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84"/>
          <p:cNvSpPr/>
          <p:nvPr/>
        </p:nvSpPr>
        <p:spPr>
          <a:xfrm>
            <a:off x="902975" y="2168786"/>
            <a:ext cx="16611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46" name="Google Shape;846;p84"/>
          <p:cNvSpPr/>
          <p:nvPr/>
        </p:nvSpPr>
        <p:spPr>
          <a:xfrm>
            <a:off x="892501" y="1180557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84"/>
          <p:cNvSpPr/>
          <p:nvPr/>
        </p:nvSpPr>
        <p:spPr>
          <a:xfrm>
            <a:off x="2390150" y="531125"/>
            <a:ext cx="5633100" cy="488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84"/>
          <p:cNvSpPr/>
          <p:nvPr/>
        </p:nvSpPr>
        <p:spPr>
          <a:xfrm>
            <a:off x="892500" y="531099"/>
            <a:ext cx="1720200" cy="4887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84"/>
          <p:cNvSpPr/>
          <p:nvPr/>
        </p:nvSpPr>
        <p:spPr>
          <a:xfrm>
            <a:off x="2722865" y="681691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CASE MANAGEMENT SYSTEM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Case Registration • Investigation • Hearing • Decision &amp; Closure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50" name="Google Shape;850;p84"/>
          <p:cNvSpPr txBox="1"/>
          <p:nvPr/>
        </p:nvSpPr>
        <p:spPr>
          <a:xfrm>
            <a:off x="1144502" y="695200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04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851" name="Google Shape;851;p84"/>
          <p:cNvGrpSpPr/>
          <p:nvPr/>
        </p:nvGrpSpPr>
        <p:grpSpPr>
          <a:xfrm>
            <a:off x="1000920" y="1300584"/>
            <a:ext cx="2235419" cy="368478"/>
            <a:chOff x="1047542" y="1504021"/>
            <a:chExt cx="1935428" cy="414300"/>
          </a:xfrm>
        </p:grpSpPr>
        <p:sp>
          <p:nvSpPr>
            <p:cNvPr id="852" name="Google Shape;852;p84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853" name="Google Shape;853;p84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Regulatory / Legal Case Management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854" name="Google Shape;854;p84"/>
          <p:cNvGrpSpPr/>
          <p:nvPr/>
        </p:nvGrpSpPr>
        <p:grpSpPr>
          <a:xfrm>
            <a:off x="3307553" y="1300566"/>
            <a:ext cx="2349996" cy="368478"/>
            <a:chOff x="3110817" y="1504021"/>
            <a:chExt cx="1935428" cy="414300"/>
          </a:xfrm>
        </p:grpSpPr>
        <p:sp>
          <p:nvSpPr>
            <p:cNvPr id="855" name="Google Shape;855;p84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856" name="Google Shape;856;p84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Internal Enterprise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857" name="Google Shape;857;p84"/>
          <p:cNvGrpSpPr/>
          <p:nvPr/>
        </p:nvGrpSpPr>
        <p:grpSpPr>
          <a:xfrm>
            <a:off x="5719739" y="1300584"/>
            <a:ext cx="2235419" cy="368478"/>
            <a:chOff x="5285817" y="1504021"/>
            <a:chExt cx="1935428" cy="414300"/>
          </a:xfrm>
        </p:grpSpPr>
        <p:sp>
          <p:nvSpPr>
            <p:cNvPr id="858" name="Google Shape;858;p84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859" name="Google Shape;859;p84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Case Officers • Authorized Officials • Management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860" name="Google Shape;860;p84"/>
          <p:cNvGrpSpPr/>
          <p:nvPr/>
        </p:nvGrpSpPr>
        <p:grpSpPr>
          <a:xfrm>
            <a:off x="1000920" y="1726343"/>
            <a:ext cx="2306786" cy="368478"/>
            <a:chOff x="1047542" y="1504021"/>
            <a:chExt cx="1997218" cy="414300"/>
          </a:xfrm>
        </p:grpSpPr>
        <p:sp>
          <p:nvSpPr>
            <p:cNvPr id="861" name="Google Shape;861;p84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862" name="Google Shape;862;p84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End-to-End Case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863" name="Google Shape;863;p84"/>
          <p:cNvGrpSpPr/>
          <p:nvPr/>
        </p:nvGrpSpPr>
        <p:grpSpPr>
          <a:xfrm>
            <a:off x="3307553" y="1726326"/>
            <a:ext cx="2349996" cy="368478"/>
            <a:chOff x="3110817" y="1504021"/>
            <a:chExt cx="1935428" cy="414300"/>
          </a:xfrm>
        </p:grpSpPr>
        <p:sp>
          <p:nvSpPr>
            <p:cNvPr id="864" name="Google Shape;864;p84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865" name="Google Shape;865;p84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8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866" name="Google Shape;866;p84"/>
          <p:cNvGrpSpPr/>
          <p:nvPr/>
        </p:nvGrpSpPr>
        <p:grpSpPr>
          <a:xfrm>
            <a:off x="5719739" y="1726343"/>
            <a:ext cx="2235419" cy="368478"/>
            <a:chOff x="5285817" y="1504021"/>
            <a:chExt cx="1935428" cy="414300"/>
          </a:xfrm>
        </p:grpSpPr>
        <p:sp>
          <p:nvSpPr>
            <p:cNvPr id="867" name="Google Shape;867;p84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868" name="Google Shape;868;p84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34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869" name="Google Shape;869;p84"/>
          <p:cNvSpPr/>
          <p:nvPr/>
        </p:nvSpPr>
        <p:spPr>
          <a:xfrm>
            <a:off x="879450" y="1070610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0" name="Google Shape;870;p84"/>
          <p:cNvSpPr/>
          <p:nvPr/>
        </p:nvSpPr>
        <p:spPr>
          <a:xfrm>
            <a:off x="1034626" y="2397340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1" name="Google Shape;871;p84"/>
          <p:cNvSpPr txBox="1"/>
          <p:nvPr/>
        </p:nvSpPr>
        <p:spPr>
          <a:xfrm>
            <a:off x="1054401" y="241171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Case Intake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2" name="Google Shape;872;p84"/>
          <p:cNvSpPr txBox="1"/>
          <p:nvPr/>
        </p:nvSpPr>
        <p:spPr>
          <a:xfrm>
            <a:off x="1644700" y="255885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Case Registration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Case Review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Assignment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873" name="Google Shape;873;p84"/>
          <p:cNvSpPr/>
          <p:nvPr/>
        </p:nvSpPr>
        <p:spPr>
          <a:xfrm>
            <a:off x="3375613" y="2397340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4" name="Google Shape;874;p84"/>
          <p:cNvSpPr txBox="1"/>
          <p:nvPr/>
        </p:nvSpPr>
        <p:spPr>
          <a:xfrm>
            <a:off x="3395387" y="241171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Investigation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5" name="Google Shape;875;p84"/>
          <p:cNvSpPr txBox="1"/>
          <p:nvPr/>
        </p:nvSpPr>
        <p:spPr>
          <a:xfrm>
            <a:off x="3985686" y="255885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Investigation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Evidence &amp; Findings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876" name="Google Shape;876;p84"/>
          <p:cNvSpPr/>
          <p:nvPr/>
        </p:nvSpPr>
        <p:spPr>
          <a:xfrm>
            <a:off x="5704449" y="2397340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7" name="Google Shape;877;p84"/>
          <p:cNvSpPr txBox="1"/>
          <p:nvPr/>
        </p:nvSpPr>
        <p:spPr>
          <a:xfrm>
            <a:off x="5724223" y="241171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Hearing &amp; Decision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8" name="Google Shape;878;p84"/>
          <p:cNvSpPr txBox="1"/>
          <p:nvPr/>
        </p:nvSpPr>
        <p:spPr>
          <a:xfrm>
            <a:off x="6314522" y="255885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Hearing &amp; Court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Approval Management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879" name="Google Shape;879;p84"/>
          <p:cNvSpPr/>
          <p:nvPr/>
        </p:nvSpPr>
        <p:spPr>
          <a:xfrm>
            <a:off x="1033650" y="2899786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0" name="Google Shape;880;p84"/>
          <p:cNvSpPr txBox="1"/>
          <p:nvPr/>
        </p:nvSpPr>
        <p:spPr>
          <a:xfrm>
            <a:off x="1053432" y="291919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Penalty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1" name="Google Shape;881;p84"/>
          <p:cNvSpPr txBox="1"/>
          <p:nvPr/>
        </p:nvSpPr>
        <p:spPr>
          <a:xfrm>
            <a:off x="1643731" y="309374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Fine Calculation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Penalty Recording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 Verification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882" name="Google Shape;882;p84"/>
          <p:cNvSpPr/>
          <p:nvPr/>
        </p:nvSpPr>
        <p:spPr>
          <a:xfrm>
            <a:off x="3374650" y="2899661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3" name="Google Shape;883;p84"/>
          <p:cNvSpPr txBox="1"/>
          <p:nvPr/>
        </p:nvSpPr>
        <p:spPr>
          <a:xfrm>
            <a:off x="3394418" y="293117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Closure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4" name="Google Shape;884;p84"/>
          <p:cNvSpPr txBox="1"/>
          <p:nvPr/>
        </p:nvSpPr>
        <p:spPr>
          <a:xfrm>
            <a:off x="3984717" y="310059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Case Disposal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Disposal Report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Archive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885" name="Google Shape;885;p84"/>
          <p:cNvSpPr/>
          <p:nvPr/>
        </p:nvSpPr>
        <p:spPr>
          <a:xfrm>
            <a:off x="5703475" y="2899661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6" name="Google Shape;886;p84"/>
          <p:cNvSpPr txBox="1"/>
          <p:nvPr/>
        </p:nvSpPr>
        <p:spPr>
          <a:xfrm>
            <a:off x="5723254" y="292526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Reporting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7" name="Google Shape;887;p84"/>
          <p:cNvSpPr txBox="1"/>
          <p:nvPr/>
        </p:nvSpPr>
        <p:spPr>
          <a:xfrm>
            <a:off x="6313554" y="3105601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Case Reports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Dashboard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888" name="Google Shape;888;p84"/>
          <p:cNvGraphicFramePr/>
          <p:nvPr/>
        </p:nvGraphicFramePr>
        <p:xfrm>
          <a:off x="916698" y="37483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Case Registration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Approval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Case Review &amp; Assignment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Fine &amp; Penalty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Investigation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Case Closure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Hearing &amp; Court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&amp; Reporting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89" name="Google Shape;889;p84"/>
          <p:cNvSpPr/>
          <p:nvPr/>
        </p:nvSpPr>
        <p:spPr>
          <a:xfrm>
            <a:off x="817028" y="3533290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90" name="Google Shape;89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33728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1" name="Google Shape;891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33728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2" name="Google Shape;892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33728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7600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4" name="Google Shape;894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7600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7600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10850" y="2580173"/>
            <a:ext cx="257121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75675" y="3081100"/>
            <a:ext cx="257125" cy="2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8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17488" y="2585468"/>
            <a:ext cx="257125" cy="2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12650" y="3114898"/>
            <a:ext cx="257125" cy="2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81188" y="2564711"/>
            <a:ext cx="257125" cy="2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1" name="Google Shape;901;p8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81200" y="3081186"/>
            <a:ext cx="257125" cy="25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85"/>
          <p:cNvSpPr/>
          <p:nvPr/>
        </p:nvSpPr>
        <p:spPr>
          <a:xfrm>
            <a:off x="916676" y="1997176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85"/>
          <p:cNvSpPr/>
          <p:nvPr/>
        </p:nvSpPr>
        <p:spPr>
          <a:xfrm>
            <a:off x="908848" y="1920863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08" name="Google Shape;908;p85"/>
          <p:cNvSpPr/>
          <p:nvPr/>
        </p:nvSpPr>
        <p:spPr>
          <a:xfrm>
            <a:off x="892501" y="932646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85"/>
          <p:cNvSpPr/>
          <p:nvPr/>
        </p:nvSpPr>
        <p:spPr>
          <a:xfrm>
            <a:off x="2390150" y="330625"/>
            <a:ext cx="46803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85"/>
          <p:cNvSpPr/>
          <p:nvPr/>
        </p:nvSpPr>
        <p:spPr>
          <a:xfrm>
            <a:off x="892501" y="330595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85"/>
          <p:cNvSpPr/>
          <p:nvPr/>
        </p:nvSpPr>
        <p:spPr>
          <a:xfrm>
            <a:off x="2722865" y="433780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CM MANDATORY NEW CERTIFICATION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Certification Application • Inspection • Verification • CM Certification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12" name="Google Shape;912;p85"/>
          <p:cNvSpPr txBox="1"/>
          <p:nvPr/>
        </p:nvSpPr>
        <p:spPr>
          <a:xfrm>
            <a:off x="1144502" y="44728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05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913" name="Google Shape;913;p85"/>
          <p:cNvGrpSpPr/>
          <p:nvPr/>
        </p:nvGrpSpPr>
        <p:grpSpPr>
          <a:xfrm>
            <a:off x="1000920" y="1052673"/>
            <a:ext cx="2235419" cy="368478"/>
            <a:chOff x="1047542" y="1504021"/>
            <a:chExt cx="1935428" cy="414300"/>
          </a:xfrm>
        </p:grpSpPr>
        <p:sp>
          <p:nvSpPr>
            <p:cNvPr id="914" name="Google Shape;914;p85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915" name="Google Shape;915;p85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Certification of Marks (CM)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916" name="Google Shape;916;p85"/>
          <p:cNvGrpSpPr/>
          <p:nvPr/>
        </p:nvGrpSpPr>
        <p:grpSpPr>
          <a:xfrm>
            <a:off x="3307553" y="1052655"/>
            <a:ext cx="2349996" cy="368478"/>
            <a:chOff x="3110817" y="1504021"/>
            <a:chExt cx="1935428" cy="414300"/>
          </a:xfrm>
        </p:grpSpPr>
        <p:sp>
          <p:nvSpPr>
            <p:cNvPr id="917" name="Google Shape;917;p85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918" name="Google Shape;918;p85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Regulatory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919" name="Google Shape;919;p85"/>
          <p:cNvGrpSpPr/>
          <p:nvPr/>
        </p:nvGrpSpPr>
        <p:grpSpPr>
          <a:xfrm>
            <a:off x="5719739" y="1052673"/>
            <a:ext cx="2396187" cy="368478"/>
            <a:chOff x="5285817" y="1504021"/>
            <a:chExt cx="2074621" cy="414300"/>
          </a:xfrm>
        </p:grpSpPr>
        <p:sp>
          <p:nvSpPr>
            <p:cNvPr id="920" name="Google Shape;920;p85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921" name="Google Shape;921;p85"/>
            <p:cNvSpPr txBox="1"/>
            <p:nvPr/>
          </p:nvSpPr>
          <p:spPr>
            <a:xfrm>
              <a:off x="5734137" y="1509083"/>
              <a:ext cx="16263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Reviewers • Inspectors • AD • DD • Director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922" name="Google Shape;922;p85"/>
          <p:cNvGrpSpPr/>
          <p:nvPr/>
        </p:nvGrpSpPr>
        <p:grpSpPr>
          <a:xfrm>
            <a:off x="1000920" y="1478432"/>
            <a:ext cx="2306786" cy="368478"/>
            <a:chOff x="1047542" y="1504021"/>
            <a:chExt cx="1997218" cy="414300"/>
          </a:xfrm>
        </p:grpSpPr>
        <p:sp>
          <p:nvSpPr>
            <p:cNvPr id="923" name="Google Shape;923;p85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924" name="Google Shape;924;p85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Mandatory CM Certification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925" name="Google Shape;925;p85"/>
          <p:cNvGrpSpPr/>
          <p:nvPr/>
        </p:nvGrpSpPr>
        <p:grpSpPr>
          <a:xfrm>
            <a:off x="3307553" y="1478415"/>
            <a:ext cx="2349996" cy="368478"/>
            <a:chOff x="3110817" y="1504021"/>
            <a:chExt cx="1935428" cy="414300"/>
          </a:xfrm>
        </p:grpSpPr>
        <p:sp>
          <p:nvSpPr>
            <p:cNvPr id="926" name="Google Shape;926;p85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927" name="Google Shape;927;p85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12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928" name="Google Shape;928;p85"/>
          <p:cNvGrpSpPr/>
          <p:nvPr/>
        </p:nvGrpSpPr>
        <p:grpSpPr>
          <a:xfrm>
            <a:off x="5719739" y="1478432"/>
            <a:ext cx="2235419" cy="368478"/>
            <a:chOff x="5285817" y="1504021"/>
            <a:chExt cx="1935428" cy="414300"/>
          </a:xfrm>
        </p:grpSpPr>
        <p:sp>
          <p:nvSpPr>
            <p:cNvPr id="929" name="Google Shape;929;p85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930" name="Google Shape;930;p85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46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931" name="Google Shape;931;p85"/>
          <p:cNvSpPr/>
          <p:nvPr/>
        </p:nvSpPr>
        <p:spPr>
          <a:xfrm>
            <a:off x="879450" y="82269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2" name="Google Shape;932;p85"/>
          <p:cNvSpPr/>
          <p:nvPr/>
        </p:nvSpPr>
        <p:spPr>
          <a:xfrm>
            <a:off x="1034626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3" name="Google Shape;933;p85"/>
          <p:cNvSpPr txBox="1"/>
          <p:nvPr/>
        </p:nvSpPr>
        <p:spPr>
          <a:xfrm>
            <a:off x="1054401" y="215504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4" name="Google Shape;934;p85"/>
          <p:cNvSpPr txBox="1"/>
          <p:nvPr/>
        </p:nvSpPr>
        <p:spPr>
          <a:xfrm>
            <a:off x="1644700" y="231386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Online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Fee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ID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935" name="Google Shape;935;p85"/>
          <p:cNvSpPr/>
          <p:nvPr/>
        </p:nvSpPr>
        <p:spPr>
          <a:xfrm>
            <a:off x="3375613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6" name="Google Shape;936;p85"/>
          <p:cNvSpPr txBox="1"/>
          <p:nvPr/>
        </p:nvSpPr>
        <p:spPr>
          <a:xfrm>
            <a:off x="3395387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7" name="Google Shape;937;p85"/>
          <p:cNvSpPr txBox="1"/>
          <p:nvPr/>
        </p:nvSpPr>
        <p:spPr>
          <a:xfrm>
            <a:off x="3985686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Identification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Correction &amp; 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938" name="Google Shape;938;p85"/>
          <p:cNvSpPr/>
          <p:nvPr/>
        </p:nvSpPr>
        <p:spPr>
          <a:xfrm>
            <a:off x="5704449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9" name="Google Shape;939;p85"/>
          <p:cNvSpPr txBox="1"/>
          <p:nvPr/>
        </p:nvSpPr>
        <p:spPr>
          <a:xfrm>
            <a:off x="5724223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Inspection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0" name="Google Shape;940;p85"/>
          <p:cNvSpPr txBox="1"/>
          <p:nvPr/>
        </p:nvSpPr>
        <p:spPr>
          <a:xfrm>
            <a:off x="6314522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Inspector Assignment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Scheduling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&amp; Report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941" name="Google Shape;941;p85"/>
          <p:cNvSpPr/>
          <p:nvPr/>
        </p:nvSpPr>
        <p:spPr>
          <a:xfrm>
            <a:off x="1033650" y="265187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2" name="Google Shape;942;p85"/>
          <p:cNvSpPr txBox="1"/>
          <p:nvPr/>
        </p:nvSpPr>
        <p:spPr>
          <a:xfrm>
            <a:off x="1053432" y="267128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Verification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3" name="Google Shape;943;p85"/>
          <p:cNvSpPr txBox="1"/>
          <p:nvPr/>
        </p:nvSpPr>
        <p:spPr>
          <a:xfrm>
            <a:off x="1643731" y="284583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Ad/Dd Verification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Director Decision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Approval / Rejection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944" name="Google Shape;944;p85"/>
          <p:cNvSpPr/>
          <p:nvPr/>
        </p:nvSpPr>
        <p:spPr>
          <a:xfrm>
            <a:off x="3374650" y="265175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5" name="Google Shape;945;p85"/>
          <p:cNvSpPr txBox="1"/>
          <p:nvPr/>
        </p:nvSpPr>
        <p:spPr>
          <a:xfrm>
            <a:off x="3394418" y="268326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Certification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6" name="Google Shape;946;p85"/>
          <p:cNvSpPr txBox="1"/>
          <p:nvPr/>
        </p:nvSpPr>
        <p:spPr>
          <a:xfrm>
            <a:off x="3984717" y="285268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Completion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Cm Certificate Generation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Download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947" name="Google Shape;947;p85"/>
          <p:cNvSpPr/>
          <p:nvPr/>
        </p:nvSpPr>
        <p:spPr>
          <a:xfrm>
            <a:off x="5703475" y="265175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8" name="Google Shape;948;p85"/>
          <p:cNvSpPr txBox="1"/>
          <p:nvPr/>
        </p:nvSpPr>
        <p:spPr>
          <a:xfrm>
            <a:off x="5723254" y="267735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9" name="Google Shape;949;p85"/>
          <p:cNvSpPr txBox="1"/>
          <p:nvPr/>
        </p:nvSpPr>
        <p:spPr>
          <a:xfrm>
            <a:off x="6313554" y="285769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&amp; Role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950" name="Google Shape;950;p85"/>
          <p:cNvGraphicFramePr/>
          <p:nvPr/>
        </p:nvGraphicFramePr>
        <p:xfrm>
          <a:off x="916698" y="3500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Director Decision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Certification Complete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Setup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&amp; Report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Verification Module (AD/DD)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User &amp; Role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 u="none" cap="none" strike="noStrike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1" name="Google Shape;951;p85"/>
          <p:cNvSpPr/>
          <p:nvPr/>
        </p:nvSpPr>
        <p:spPr>
          <a:xfrm>
            <a:off x="817028" y="328537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52" name="Google Shape;95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8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8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8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20075" y="2323337"/>
            <a:ext cx="257079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8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10701" y="2323349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8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81213" y="2323351"/>
            <a:ext cx="257075" cy="257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8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81225" y="2860933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8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539425" y="2860933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8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97622" y="2860933"/>
            <a:ext cx="257075" cy="2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86"/>
          <p:cNvSpPr/>
          <p:nvPr/>
        </p:nvSpPr>
        <p:spPr>
          <a:xfrm>
            <a:off x="916676" y="1997176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86"/>
          <p:cNvSpPr/>
          <p:nvPr/>
        </p:nvSpPr>
        <p:spPr>
          <a:xfrm>
            <a:off x="908848" y="1920875"/>
            <a:ext cx="16494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0" name="Google Shape;970;p86"/>
          <p:cNvSpPr/>
          <p:nvPr/>
        </p:nvSpPr>
        <p:spPr>
          <a:xfrm>
            <a:off x="892501" y="932646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86"/>
          <p:cNvSpPr/>
          <p:nvPr/>
        </p:nvSpPr>
        <p:spPr>
          <a:xfrm>
            <a:off x="2390150" y="330625"/>
            <a:ext cx="46803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86"/>
          <p:cNvSpPr/>
          <p:nvPr/>
        </p:nvSpPr>
        <p:spPr>
          <a:xfrm>
            <a:off x="892501" y="330595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86"/>
          <p:cNvSpPr/>
          <p:nvPr/>
        </p:nvSpPr>
        <p:spPr>
          <a:xfrm>
            <a:off x="2722865" y="433780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CM MANDATORY RENEWAL SERVICE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Renewal Application • Inspection • Verification • CM Certification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4" name="Google Shape;974;p86"/>
          <p:cNvSpPr txBox="1"/>
          <p:nvPr/>
        </p:nvSpPr>
        <p:spPr>
          <a:xfrm>
            <a:off x="1144502" y="44728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06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975" name="Google Shape;975;p86"/>
          <p:cNvGrpSpPr/>
          <p:nvPr/>
        </p:nvGrpSpPr>
        <p:grpSpPr>
          <a:xfrm>
            <a:off x="1000920" y="1052673"/>
            <a:ext cx="2235419" cy="368478"/>
            <a:chOff x="1047542" y="1504021"/>
            <a:chExt cx="1935428" cy="414300"/>
          </a:xfrm>
        </p:grpSpPr>
        <p:sp>
          <p:nvSpPr>
            <p:cNvPr id="976" name="Google Shape;976;p86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977" name="Google Shape;977;p86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Certification of Marks (CM)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978" name="Google Shape;978;p86"/>
          <p:cNvGrpSpPr/>
          <p:nvPr/>
        </p:nvGrpSpPr>
        <p:grpSpPr>
          <a:xfrm>
            <a:off x="3307553" y="1052655"/>
            <a:ext cx="2349996" cy="368478"/>
            <a:chOff x="3110817" y="1504021"/>
            <a:chExt cx="1935428" cy="414300"/>
          </a:xfrm>
        </p:grpSpPr>
        <p:sp>
          <p:nvSpPr>
            <p:cNvPr id="979" name="Google Shape;979;p86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980" name="Google Shape;980;p86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Regulatory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981" name="Google Shape;981;p86"/>
          <p:cNvGrpSpPr/>
          <p:nvPr/>
        </p:nvGrpSpPr>
        <p:grpSpPr>
          <a:xfrm>
            <a:off x="5719739" y="1052673"/>
            <a:ext cx="2341786" cy="368478"/>
            <a:chOff x="5285817" y="1504021"/>
            <a:chExt cx="2027521" cy="414300"/>
          </a:xfrm>
        </p:grpSpPr>
        <p:sp>
          <p:nvSpPr>
            <p:cNvPr id="982" name="Google Shape;982;p86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983" name="Google Shape;983;p86"/>
            <p:cNvSpPr txBox="1"/>
            <p:nvPr/>
          </p:nvSpPr>
          <p:spPr>
            <a:xfrm>
              <a:off x="5734137" y="1509083"/>
              <a:ext cx="15792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Reviewers • Inspectors • AD • DD • Director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984" name="Google Shape;984;p86"/>
          <p:cNvGrpSpPr/>
          <p:nvPr/>
        </p:nvGrpSpPr>
        <p:grpSpPr>
          <a:xfrm>
            <a:off x="1000920" y="1478432"/>
            <a:ext cx="2306786" cy="368478"/>
            <a:chOff x="1047542" y="1504021"/>
            <a:chExt cx="1997218" cy="414300"/>
          </a:xfrm>
        </p:grpSpPr>
        <p:sp>
          <p:nvSpPr>
            <p:cNvPr id="985" name="Google Shape;985;p86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986" name="Google Shape;986;p86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Mandatory CM Renewal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987" name="Google Shape;987;p86"/>
          <p:cNvGrpSpPr/>
          <p:nvPr/>
        </p:nvGrpSpPr>
        <p:grpSpPr>
          <a:xfrm>
            <a:off x="3307553" y="1478415"/>
            <a:ext cx="2349996" cy="368478"/>
            <a:chOff x="3110817" y="1504021"/>
            <a:chExt cx="1935428" cy="414300"/>
          </a:xfrm>
        </p:grpSpPr>
        <p:sp>
          <p:nvSpPr>
            <p:cNvPr id="988" name="Google Shape;988;p86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989" name="Google Shape;989;p86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12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990" name="Google Shape;990;p86"/>
          <p:cNvGrpSpPr/>
          <p:nvPr/>
        </p:nvGrpSpPr>
        <p:grpSpPr>
          <a:xfrm>
            <a:off x="5719739" y="1478432"/>
            <a:ext cx="2235419" cy="368478"/>
            <a:chOff x="5285817" y="1504021"/>
            <a:chExt cx="1935428" cy="414300"/>
          </a:xfrm>
        </p:grpSpPr>
        <p:sp>
          <p:nvSpPr>
            <p:cNvPr id="991" name="Google Shape;991;p86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992" name="Google Shape;992;p86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46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993" name="Google Shape;993;p86"/>
          <p:cNvSpPr/>
          <p:nvPr/>
        </p:nvSpPr>
        <p:spPr>
          <a:xfrm>
            <a:off x="879450" y="82269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4" name="Google Shape;994;p86"/>
          <p:cNvSpPr/>
          <p:nvPr/>
        </p:nvSpPr>
        <p:spPr>
          <a:xfrm>
            <a:off x="1034626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5" name="Google Shape;995;p86"/>
          <p:cNvSpPr txBox="1"/>
          <p:nvPr/>
        </p:nvSpPr>
        <p:spPr>
          <a:xfrm>
            <a:off x="1054401" y="215573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6" name="Google Shape;996;p86"/>
          <p:cNvSpPr txBox="1"/>
          <p:nvPr/>
        </p:nvSpPr>
        <p:spPr>
          <a:xfrm>
            <a:off x="1644700" y="231363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Online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Fee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Id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997" name="Google Shape;997;p86"/>
          <p:cNvSpPr/>
          <p:nvPr/>
        </p:nvSpPr>
        <p:spPr>
          <a:xfrm>
            <a:off x="3375613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8" name="Google Shape;998;p86"/>
          <p:cNvSpPr txBox="1"/>
          <p:nvPr/>
        </p:nvSpPr>
        <p:spPr>
          <a:xfrm>
            <a:off x="3395387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9" name="Google Shape;999;p86"/>
          <p:cNvSpPr txBox="1"/>
          <p:nvPr/>
        </p:nvSpPr>
        <p:spPr>
          <a:xfrm>
            <a:off x="3985686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Identification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Correction &amp; 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00" name="Google Shape;1000;p86"/>
          <p:cNvSpPr/>
          <p:nvPr/>
        </p:nvSpPr>
        <p:spPr>
          <a:xfrm>
            <a:off x="5704449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1" name="Google Shape;1001;p86"/>
          <p:cNvSpPr txBox="1"/>
          <p:nvPr/>
        </p:nvSpPr>
        <p:spPr>
          <a:xfrm>
            <a:off x="5724223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Inspection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2" name="Google Shape;1002;p86"/>
          <p:cNvSpPr txBox="1"/>
          <p:nvPr/>
        </p:nvSpPr>
        <p:spPr>
          <a:xfrm>
            <a:off x="6314522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Inspector Assignment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Scheduling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&amp; Report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03" name="Google Shape;1003;p86"/>
          <p:cNvSpPr/>
          <p:nvPr/>
        </p:nvSpPr>
        <p:spPr>
          <a:xfrm>
            <a:off x="1033650" y="265187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4" name="Google Shape;1004;p86"/>
          <p:cNvSpPr txBox="1"/>
          <p:nvPr/>
        </p:nvSpPr>
        <p:spPr>
          <a:xfrm>
            <a:off x="1053432" y="267128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Verification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5" name="Google Shape;1005;p86"/>
          <p:cNvSpPr txBox="1"/>
          <p:nvPr/>
        </p:nvSpPr>
        <p:spPr>
          <a:xfrm>
            <a:off x="1643731" y="284583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Ad/Dd Verification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Director Decision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Approval / Rejection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06" name="Google Shape;1006;p86"/>
          <p:cNvSpPr/>
          <p:nvPr/>
        </p:nvSpPr>
        <p:spPr>
          <a:xfrm>
            <a:off x="3374650" y="265175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7" name="Google Shape;1007;p86"/>
          <p:cNvSpPr txBox="1"/>
          <p:nvPr/>
        </p:nvSpPr>
        <p:spPr>
          <a:xfrm>
            <a:off x="3394418" y="268326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Certification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8" name="Google Shape;1008;p86"/>
          <p:cNvSpPr txBox="1"/>
          <p:nvPr/>
        </p:nvSpPr>
        <p:spPr>
          <a:xfrm>
            <a:off x="3984717" y="285268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Completion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Cm Certificate Generation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Download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09" name="Google Shape;1009;p86"/>
          <p:cNvSpPr/>
          <p:nvPr/>
        </p:nvSpPr>
        <p:spPr>
          <a:xfrm>
            <a:off x="5703475" y="265175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0" name="Google Shape;1010;p86"/>
          <p:cNvSpPr txBox="1"/>
          <p:nvPr/>
        </p:nvSpPr>
        <p:spPr>
          <a:xfrm>
            <a:off x="5723254" y="267735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1" name="Google Shape;1011;p86"/>
          <p:cNvSpPr txBox="1"/>
          <p:nvPr/>
        </p:nvSpPr>
        <p:spPr>
          <a:xfrm>
            <a:off x="6313554" y="2842491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&amp; Role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1012" name="Google Shape;1012;p86"/>
          <p:cNvGraphicFramePr/>
          <p:nvPr/>
        </p:nvGraphicFramePr>
        <p:xfrm>
          <a:off x="916698" y="3500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Director Decision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Certification Complete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Setup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&amp; Report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Verification Module (AD/DD)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User &amp; Role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 u="none" cap="none" strike="noStrike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3" name="Google Shape;1013;p86"/>
          <p:cNvSpPr/>
          <p:nvPr/>
        </p:nvSpPr>
        <p:spPr>
          <a:xfrm>
            <a:off x="817028" y="328537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14" name="Google Shape;101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6" name="Google Shape;1016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7" name="Google Shape;1017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8" name="Google Shape;1018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8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8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71888" y="2833271"/>
            <a:ext cx="275700" cy="27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8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20075" y="2323337"/>
            <a:ext cx="257079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8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18009" y="2323349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p8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81213" y="2323351"/>
            <a:ext cx="257075" cy="257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4" name="Google Shape;1024;p8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539425" y="2860933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5" name="Google Shape;1025;p8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97622" y="2860933"/>
            <a:ext cx="257075" cy="2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7"/>
          <p:cNvSpPr/>
          <p:nvPr/>
        </p:nvSpPr>
        <p:spPr>
          <a:xfrm>
            <a:off x="916676" y="1997176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87"/>
          <p:cNvSpPr/>
          <p:nvPr/>
        </p:nvSpPr>
        <p:spPr>
          <a:xfrm>
            <a:off x="908850" y="1920875"/>
            <a:ext cx="16731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32" name="Google Shape;1032;p87"/>
          <p:cNvSpPr/>
          <p:nvPr/>
        </p:nvSpPr>
        <p:spPr>
          <a:xfrm>
            <a:off x="892501" y="932646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87"/>
          <p:cNvSpPr/>
          <p:nvPr/>
        </p:nvSpPr>
        <p:spPr>
          <a:xfrm>
            <a:off x="2390150" y="330625"/>
            <a:ext cx="46803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87"/>
          <p:cNvSpPr/>
          <p:nvPr/>
        </p:nvSpPr>
        <p:spPr>
          <a:xfrm>
            <a:off x="892501" y="330595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87"/>
          <p:cNvSpPr/>
          <p:nvPr/>
        </p:nvSpPr>
        <p:spPr>
          <a:xfrm>
            <a:off x="2722865" y="433780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CM MANDATORY BRAND INCLUSION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Brand Inclusion • Application Review • Inspection • Certification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36" name="Google Shape;1036;p87"/>
          <p:cNvSpPr txBox="1"/>
          <p:nvPr/>
        </p:nvSpPr>
        <p:spPr>
          <a:xfrm>
            <a:off x="1144502" y="44728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07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037" name="Google Shape;1037;p87"/>
          <p:cNvGrpSpPr/>
          <p:nvPr/>
        </p:nvGrpSpPr>
        <p:grpSpPr>
          <a:xfrm>
            <a:off x="1000920" y="1052673"/>
            <a:ext cx="2235419" cy="368478"/>
            <a:chOff x="1047542" y="1504021"/>
            <a:chExt cx="1935428" cy="414300"/>
          </a:xfrm>
        </p:grpSpPr>
        <p:sp>
          <p:nvSpPr>
            <p:cNvPr id="1038" name="Google Shape;1038;p87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039" name="Google Shape;1039;p87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Certification of Marks (CM)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040" name="Google Shape;1040;p87"/>
          <p:cNvGrpSpPr/>
          <p:nvPr/>
        </p:nvGrpSpPr>
        <p:grpSpPr>
          <a:xfrm>
            <a:off x="3307553" y="1052655"/>
            <a:ext cx="2349996" cy="368478"/>
            <a:chOff x="3110817" y="1504021"/>
            <a:chExt cx="1935428" cy="414300"/>
          </a:xfrm>
        </p:grpSpPr>
        <p:sp>
          <p:nvSpPr>
            <p:cNvPr id="1041" name="Google Shape;1041;p87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042" name="Google Shape;1042;p87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Regulatory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043" name="Google Shape;1043;p87"/>
          <p:cNvGrpSpPr/>
          <p:nvPr/>
        </p:nvGrpSpPr>
        <p:grpSpPr>
          <a:xfrm>
            <a:off x="5719739" y="1052673"/>
            <a:ext cx="2303325" cy="368478"/>
            <a:chOff x="5285817" y="1504021"/>
            <a:chExt cx="1994221" cy="414300"/>
          </a:xfrm>
        </p:grpSpPr>
        <p:sp>
          <p:nvSpPr>
            <p:cNvPr id="1044" name="Google Shape;1044;p87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045" name="Google Shape;1045;p87"/>
            <p:cNvSpPr txBox="1"/>
            <p:nvPr/>
          </p:nvSpPr>
          <p:spPr>
            <a:xfrm>
              <a:off x="5734137" y="1509083"/>
              <a:ext cx="1545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Reviewers • Inspectors • AD • DD • Director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046" name="Google Shape;1046;p87"/>
          <p:cNvGrpSpPr/>
          <p:nvPr/>
        </p:nvGrpSpPr>
        <p:grpSpPr>
          <a:xfrm>
            <a:off x="1000920" y="1478432"/>
            <a:ext cx="2306786" cy="368478"/>
            <a:chOff x="1047542" y="1504021"/>
            <a:chExt cx="1997218" cy="414300"/>
          </a:xfrm>
        </p:grpSpPr>
        <p:sp>
          <p:nvSpPr>
            <p:cNvPr id="1047" name="Google Shape;1047;p87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048" name="Google Shape;1048;p87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Mandatory Brand Inclusion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049" name="Google Shape;1049;p87"/>
          <p:cNvGrpSpPr/>
          <p:nvPr/>
        </p:nvGrpSpPr>
        <p:grpSpPr>
          <a:xfrm>
            <a:off x="3307553" y="1478415"/>
            <a:ext cx="2349996" cy="368478"/>
            <a:chOff x="3110817" y="1504021"/>
            <a:chExt cx="1935428" cy="414300"/>
          </a:xfrm>
        </p:grpSpPr>
        <p:sp>
          <p:nvSpPr>
            <p:cNvPr id="1050" name="Google Shape;1050;p87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051" name="Google Shape;1051;p87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12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052" name="Google Shape;1052;p87"/>
          <p:cNvGrpSpPr/>
          <p:nvPr/>
        </p:nvGrpSpPr>
        <p:grpSpPr>
          <a:xfrm>
            <a:off x="5719739" y="1478432"/>
            <a:ext cx="2235419" cy="368478"/>
            <a:chOff x="5285817" y="1504021"/>
            <a:chExt cx="1935428" cy="414300"/>
          </a:xfrm>
        </p:grpSpPr>
        <p:sp>
          <p:nvSpPr>
            <p:cNvPr id="1053" name="Google Shape;1053;p87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054" name="Google Shape;1054;p87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46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055" name="Google Shape;1055;p87"/>
          <p:cNvSpPr/>
          <p:nvPr/>
        </p:nvSpPr>
        <p:spPr>
          <a:xfrm>
            <a:off x="879450" y="82269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6" name="Google Shape;1056;p87"/>
          <p:cNvSpPr/>
          <p:nvPr/>
        </p:nvSpPr>
        <p:spPr>
          <a:xfrm>
            <a:off x="1034626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7" name="Google Shape;1057;p87"/>
          <p:cNvSpPr txBox="1"/>
          <p:nvPr/>
        </p:nvSpPr>
        <p:spPr>
          <a:xfrm>
            <a:off x="1054401" y="215273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8" name="Google Shape;1058;p87"/>
          <p:cNvSpPr txBox="1"/>
          <p:nvPr/>
        </p:nvSpPr>
        <p:spPr>
          <a:xfrm>
            <a:off x="1644700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Online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 Application Fee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ID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59" name="Google Shape;1059;p87"/>
          <p:cNvSpPr/>
          <p:nvPr/>
        </p:nvSpPr>
        <p:spPr>
          <a:xfrm>
            <a:off x="3375613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0" name="Google Shape;1060;p87"/>
          <p:cNvSpPr txBox="1"/>
          <p:nvPr/>
        </p:nvSpPr>
        <p:spPr>
          <a:xfrm>
            <a:off x="3395387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1" name="Google Shape;1061;p87"/>
          <p:cNvSpPr txBox="1"/>
          <p:nvPr/>
        </p:nvSpPr>
        <p:spPr>
          <a:xfrm>
            <a:off x="3985686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Identification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Correction &amp; 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62" name="Google Shape;1062;p87"/>
          <p:cNvSpPr/>
          <p:nvPr/>
        </p:nvSpPr>
        <p:spPr>
          <a:xfrm>
            <a:off x="5704449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3" name="Google Shape;1063;p87"/>
          <p:cNvSpPr txBox="1"/>
          <p:nvPr/>
        </p:nvSpPr>
        <p:spPr>
          <a:xfrm>
            <a:off x="5724223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Inspection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4" name="Google Shape;1064;p87"/>
          <p:cNvSpPr txBox="1"/>
          <p:nvPr/>
        </p:nvSpPr>
        <p:spPr>
          <a:xfrm>
            <a:off x="6314522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Inspector Assignment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Scheduling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&amp; Report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65" name="Google Shape;1065;p87"/>
          <p:cNvSpPr/>
          <p:nvPr/>
        </p:nvSpPr>
        <p:spPr>
          <a:xfrm>
            <a:off x="1033650" y="265187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6" name="Google Shape;1066;p87"/>
          <p:cNvSpPr txBox="1"/>
          <p:nvPr/>
        </p:nvSpPr>
        <p:spPr>
          <a:xfrm>
            <a:off x="1053432" y="267128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Verification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7" name="Google Shape;1067;p87"/>
          <p:cNvSpPr txBox="1"/>
          <p:nvPr/>
        </p:nvSpPr>
        <p:spPr>
          <a:xfrm>
            <a:off x="1643731" y="284583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Ad/Dd Verification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Director Decision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Approval / Rejection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68" name="Google Shape;1068;p87"/>
          <p:cNvSpPr/>
          <p:nvPr/>
        </p:nvSpPr>
        <p:spPr>
          <a:xfrm>
            <a:off x="3374650" y="265175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9" name="Google Shape;1069;p87"/>
          <p:cNvSpPr txBox="1"/>
          <p:nvPr/>
        </p:nvSpPr>
        <p:spPr>
          <a:xfrm>
            <a:off x="3394418" y="268326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Certification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70" name="Google Shape;1070;p87"/>
          <p:cNvSpPr txBox="1"/>
          <p:nvPr/>
        </p:nvSpPr>
        <p:spPr>
          <a:xfrm>
            <a:off x="3984717" y="285268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Completion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Cm Certificate Generation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Download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071" name="Google Shape;1071;p87"/>
          <p:cNvSpPr/>
          <p:nvPr/>
        </p:nvSpPr>
        <p:spPr>
          <a:xfrm>
            <a:off x="5703475" y="265175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72" name="Google Shape;1072;p87"/>
          <p:cNvSpPr txBox="1"/>
          <p:nvPr/>
        </p:nvSpPr>
        <p:spPr>
          <a:xfrm>
            <a:off x="5723254" y="267735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73" name="Google Shape;1073;p87"/>
          <p:cNvSpPr txBox="1"/>
          <p:nvPr/>
        </p:nvSpPr>
        <p:spPr>
          <a:xfrm>
            <a:off x="6313554" y="285769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&amp; Role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1074" name="Google Shape;1074;p87"/>
          <p:cNvGraphicFramePr/>
          <p:nvPr/>
        </p:nvGraphicFramePr>
        <p:xfrm>
          <a:off x="916698" y="3500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Director Decision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Certification Complete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Setup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&amp; Report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Verification Module (AD/DD)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User &amp; Role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 u="none" cap="none" strike="noStrike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75" name="Google Shape;1075;p87"/>
          <p:cNvSpPr/>
          <p:nvPr/>
        </p:nvSpPr>
        <p:spPr>
          <a:xfrm>
            <a:off x="817028" y="328537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76" name="Google Shape;1076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7" name="Google Shape;1077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8" name="Google Shape;1078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0" name="Google Shape;1080;p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1" name="Google Shape;1081;p8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8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20075" y="2323337"/>
            <a:ext cx="257079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8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488550" y="2323349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4" name="Google Shape;1084;p8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81213" y="2323351"/>
            <a:ext cx="257075" cy="257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8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97622" y="2860933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8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539425" y="2860933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7" name="Google Shape;1087;p8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71888" y="2833271"/>
            <a:ext cx="275700" cy="2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8"/>
          <p:cNvSpPr/>
          <p:nvPr/>
        </p:nvSpPr>
        <p:spPr>
          <a:xfrm>
            <a:off x="916676" y="1940026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88"/>
          <p:cNvSpPr/>
          <p:nvPr/>
        </p:nvSpPr>
        <p:spPr>
          <a:xfrm>
            <a:off x="908850" y="1863725"/>
            <a:ext cx="16611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94" name="Google Shape;1094;p88"/>
          <p:cNvSpPr/>
          <p:nvPr/>
        </p:nvSpPr>
        <p:spPr>
          <a:xfrm>
            <a:off x="892501" y="875496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88"/>
          <p:cNvSpPr/>
          <p:nvPr/>
        </p:nvSpPr>
        <p:spPr>
          <a:xfrm>
            <a:off x="2390150" y="273475"/>
            <a:ext cx="46803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88"/>
          <p:cNvSpPr/>
          <p:nvPr/>
        </p:nvSpPr>
        <p:spPr>
          <a:xfrm>
            <a:off x="892501" y="273445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88"/>
          <p:cNvSpPr/>
          <p:nvPr/>
        </p:nvSpPr>
        <p:spPr>
          <a:xfrm>
            <a:off x="2722865" y="376630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CM SCOPE NEW CERTIFICATION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Scope Product Certification • Inspection • Laboratory Testing • Licensing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98" name="Google Shape;1098;p88"/>
          <p:cNvSpPr txBox="1"/>
          <p:nvPr/>
        </p:nvSpPr>
        <p:spPr>
          <a:xfrm>
            <a:off x="1144502" y="39013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08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099" name="Google Shape;1099;p88"/>
          <p:cNvGrpSpPr/>
          <p:nvPr/>
        </p:nvGrpSpPr>
        <p:grpSpPr>
          <a:xfrm>
            <a:off x="1000920" y="995523"/>
            <a:ext cx="2235419" cy="368478"/>
            <a:chOff x="1047542" y="1504021"/>
            <a:chExt cx="1935428" cy="414300"/>
          </a:xfrm>
        </p:grpSpPr>
        <p:sp>
          <p:nvSpPr>
            <p:cNvPr id="1100" name="Google Shape;1100;p88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101" name="Google Shape;1101;p88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Certification of Marks (CM)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102" name="Google Shape;1102;p88"/>
          <p:cNvGrpSpPr/>
          <p:nvPr/>
        </p:nvGrpSpPr>
        <p:grpSpPr>
          <a:xfrm>
            <a:off x="3307553" y="995505"/>
            <a:ext cx="2349996" cy="368478"/>
            <a:chOff x="3110817" y="1504021"/>
            <a:chExt cx="1935428" cy="414300"/>
          </a:xfrm>
        </p:grpSpPr>
        <p:sp>
          <p:nvSpPr>
            <p:cNvPr id="1103" name="Google Shape;1103;p88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104" name="Google Shape;1104;p88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Regulatory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105" name="Google Shape;1105;p88"/>
          <p:cNvGrpSpPr/>
          <p:nvPr/>
        </p:nvGrpSpPr>
        <p:grpSpPr>
          <a:xfrm>
            <a:off x="5719739" y="995523"/>
            <a:ext cx="2361884" cy="368478"/>
            <a:chOff x="5285817" y="1504021"/>
            <a:chExt cx="2044921" cy="414300"/>
          </a:xfrm>
        </p:grpSpPr>
        <p:sp>
          <p:nvSpPr>
            <p:cNvPr id="1106" name="Google Shape;1106;p88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107" name="Google Shape;1107;p88"/>
            <p:cNvSpPr txBox="1"/>
            <p:nvPr/>
          </p:nvSpPr>
          <p:spPr>
            <a:xfrm>
              <a:off x="5734138" y="1509083"/>
              <a:ext cx="15966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Reviewers • Inspectors • AD • DD • Director • Certification Committee</a:t>
              </a:r>
              <a:endParaRPr sz="65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108" name="Google Shape;1108;p88"/>
          <p:cNvGrpSpPr/>
          <p:nvPr/>
        </p:nvGrpSpPr>
        <p:grpSpPr>
          <a:xfrm>
            <a:off x="1000920" y="1421282"/>
            <a:ext cx="2306786" cy="368478"/>
            <a:chOff x="1047542" y="1504021"/>
            <a:chExt cx="1997218" cy="414300"/>
          </a:xfrm>
        </p:grpSpPr>
        <p:sp>
          <p:nvSpPr>
            <p:cNvPr id="1109" name="Google Shape;1109;p88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110" name="Google Shape;1110;p88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Scope Product Certification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111" name="Google Shape;1111;p88"/>
          <p:cNvGrpSpPr/>
          <p:nvPr/>
        </p:nvGrpSpPr>
        <p:grpSpPr>
          <a:xfrm>
            <a:off x="3307553" y="1421265"/>
            <a:ext cx="2349996" cy="368478"/>
            <a:chOff x="3110817" y="1504021"/>
            <a:chExt cx="1935428" cy="414300"/>
          </a:xfrm>
        </p:grpSpPr>
        <p:sp>
          <p:nvSpPr>
            <p:cNvPr id="1112" name="Google Shape;1112;p88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113" name="Google Shape;1113;p88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16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114" name="Google Shape;1114;p88"/>
          <p:cNvGrpSpPr/>
          <p:nvPr/>
        </p:nvGrpSpPr>
        <p:grpSpPr>
          <a:xfrm>
            <a:off x="5719739" y="1421282"/>
            <a:ext cx="2235419" cy="368478"/>
            <a:chOff x="5285817" y="1504021"/>
            <a:chExt cx="1935428" cy="414300"/>
          </a:xfrm>
        </p:grpSpPr>
        <p:sp>
          <p:nvSpPr>
            <p:cNvPr id="1115" name="Google Shape;1115;p88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116" name="Google Shape;1116;p88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83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117" name="Google Shape;1117;p88"/>
          <p:cNvSpPr/>
          <p:nvPr/>
        </p:nvSpPr>
        <p:spPr>
          <a:xfrm>
            <a:off x="879450" y="76554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18" name="Google Shape;1118;p88"/>
          <p:cNvSpPr/>
          <p:nvPr/>
        </p:nvSpPr>
        <p:spPr>
          <a:xfrm>
            <a:off x="1034626" y="209227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19" name="Google Shape;1119;p88"/>
          <p:cNvSpPr txBox="1"/>
          <p:nvPr/>
        </p:nvSpPr>
        <p:spPr>
          <a:xfrm>
            <a:off x="1054401" y="209652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0" name="Google Shape;1120;p88"/>
          <p:cNvSpPr txBox="1"/>
          <p:nvPr/>
        </p:nvSpPr>
        <p:spPr>
          <a:xfrm>
            <a:off x="1644700" y="225379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Initial Questionnaire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Fee Payment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Tracking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21" name="Google Shape;1121;p88"/>
          <p:cNvSpPr/>
          <p:nvPr/>
        </p:nvSpPr>
        <p:spPr>
          <a:xfrm>
            <a:off x="3375613" y="209227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2" name="Google Shape;1122;p88"/>
          <p:cNvSpPr txBox="1"/>
          <p:nvPr/>
        </p:nvSpPr>
        <p:spPr>
          <a:xfrm>
            <a:off x="3395387" y="210665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3" name="Google Shape;1123;p88"/>
          <p:cNvSpPr txBox="1"/>
          <p:nvPr/>
        </p:nvSpPr>
        <p:spPr>
          <a:xfrm>
            <a:off x="3985686" y="225379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Multi-Level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Customer 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24" name="Google Shape;1124;p88"/>
          <p:cNvSpPr/>
          <p:nvPr/>
        </p:nvSpPr>
        <p:spPr>
          <a:xfrm>
            <a:off x="5704449" y="209227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5" name="Google Shape;1125;p88"/>
          <p:cNvSpPr txBox="1"/>
          <p:nvPr/>
        </p:nvSpPr>
        <p:spPr>
          <a:xfrm>
            <a:off x="5724223" y="209858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Inspection &amp; Testing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6" name="Google Shape;1126;p88"/>
          <p:cNvSpPr txBox="1"/>
          <p:nvPr/>
        </p:nvSpPr>
        <p:spPr>
          <a:xfrm>
            <a:off x="6314522" y="225748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Planning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Primary 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Formal 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Laboratory Testing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27" name="Google Shape;1127;p88"/>
          <p:cNvSpPr/>
          <p:nvPr/>
        </p:nvSpPr>
        <p:spPr>
          <a:xfrm>
            <a:off x="1033650" y="259472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8" name="Google Shape;1128;p88"/>
          <p:cNvSpPr txBox="1"/>
          <p:nvPr/>
        </p:nvSpPr>
        <p:spPr>
          <a:xfrm>
            <a:off x="1053432" y="261413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Evaluation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29" name="Google Shape;1129;p88"/>
          <p:cNvSpPr txBox="1"/>
          <p:nvPr/>
        </p:nvSpPr>
        <p:spPr>
          <a:xfrm>
            <a:off x="1643731" y="278868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Technical Evaluation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Verification &amp; Approval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Certification Committee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30" name="Google Shape;1130;p88"/>
          <p:cNvSpPr/>
          <p:nvPr/>
        </p:nvSpPr>
        <p:spPr>
          <a:xfrm>
            <a:off x="3374650" y="259460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31" name="Google Shape;1131;p88"/>
          <p:cNvSpPr txBox="1"/>
          <p:nvPr/>
        </p:nvSpPr>
        <p:spPr>
          <a:xfrm>
            <a:off x="3394418" y="262611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Compliance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32" name="Google Shape;1132;p88"/>
          <p:cNvSpPr txBox="1"/>
          <p:nvPr/>
        </p:nvSpPr>
        <p:spPr>
          <a:xfrm>
            <a:off x="3984717" y="279553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Conditional Compliance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Corrective Evidence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33" name="Google Shape;1133;p88"/>
          <p:cNvSpPr/>
          <p:nvPr/>
        </p:nvSpPr>
        <p:spPr>
          <a:xfrm>
            <a:off x="5703475" y="259460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34" name="Google Shape;1134;p88"/>
          <p:cNvSpPr txBox="1"/>
          <p:nvPr/>
        </p:nvSpPr>
        <p:spPr>
          <a:xfrm>
            <a:off x="5723254" y="262020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Licensing &amp; 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35" name="Google Shape;1135;p88"/>
          <p:cNvSpPr txBox="1"/>
          <p:nvPr/>
        </p:nvSpPr>
        <p:spPr>
          <a:xfrm>
            <a:off x="6313554" y="280054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Management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1136" name="Google Shape;1136;p88"/>
          <p:cNvGraphicFramePr/>
          <p:nvPr/>
        </p:nvGraphicFramePr>
        <p:xfrm>
          <a:off x="916698" y="336416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Certification Committee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Conditional Compliance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Planning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Primary Inspection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License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Formal Inspection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Refusal &amp; 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Laboratory Testing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Technical Evaluation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Verification &amp; Approval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16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7" name="Google Shape;1137;p88"/>
          <p:cNvSpPr/>
          <p:nvPr/>
        </p:nvSpPr>
        <p:spPr>
          <a:xfrm>
            <a:off x="817028" y="3188664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38" name="Google Shape;113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3221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3221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3221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1" name="Google Shape;1141;p8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5500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2" name="Google Shape;1142;p8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5500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8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5500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4" name="Google Shape;1144;p8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20075" y="2251987"/>
            <a:ext cx="257079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5" name="Google Shape;1145;p8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17512" y="2280449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8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81200" y="2276401"/>
            <a:ext cx="257075" cy="257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7" name="Google Shape;1147;p8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97747" y="2776051"/>
            <a:ext cx="257075" cy="257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8" name="Google Shape;1148;p8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539393" y="2804821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9" name="Google Shape;1149;p88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903100" y="2823624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9"/>
          <p:cNvSpPr/>
          <p:nvPr/>
        </p:nvSpPr>
        <p:spPr>
          <a:xfrm>
            <a:off x="916676" y="1884311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89"/>
          <p:cNvSpPr/>
          <p:nvPr/>
        </p:nvSpPr>
        <p:spPr>
          <a:xfrm>
            <a:off x="908850" y="1808010"/>
            <a:ext cx="16494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56" name="Google Shape;1156;p89"/>
          <p:cNvSpPr/>
          <p:nvPr/>
        </p:nvSpPr>
        <p:spPr>
          <a:xfrm>
            <a:off x="892501" y="819782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89"/>
          <p:cNvSpPr/>
          <p:nvPr/>
        </p:nvSpPr>
        <p:spPr>
          <a:xfrm>
            <a:off x="2390150" y="217750"/>
            <a:ext cx="47313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89"/>
          <p:cNvSpPr/>
          <p:nvPr/>
        </p:nvSpPr>
        <p:spPr>
          <a:xfrm>
            <a:off x="892501" y="217731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89"/>
          <p:cNvSpPr/>
          <p:nvPr/>
        </p:nvSpPr>
        <p:spPr>
          <a:xfrm>
            <a:off x="2684100" y="320916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CM SCOPE RENEWAL CERTIFICATION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Human Resource Administration </a:t>
            </a:r>
            <a:r>
              <a:rPr lang="en" sz="900">
                <a:solidFill>
                  <a:srgbClr val="999999"/>
                </a:solidFill>
                <a:latin typeface="Nunito"/>
                <a:ea typeface="Nunito"/>
                <a:cs typeface="Nunito"/>
                <a:sym typeface="Nunito"/>
              </a:rPr>
              <a:t>• </a:t>
            </a: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Employee Lifecycle </a:t>
            </a:r>
            <a:r>
              <a:rPr lang="en" sz="900">
                <a:solidFill>
                  <a:srgbClr val="999999"/>
                </a:solidFill>
                <a:latin typeface="Nunito"/>
                <a:ea typeface="Nunito"/>
                <a:cs typeface="Nunito"/>
                <a:sym typeface="Nunito"/>
              </a:rPr>
              <a:t>• </a:t>
            </a: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Leave Management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60" name="Google Shape;1160;p89"/>
          <p:cNvSpPr txBox="1"/>
          <p:nvPr/>
        </p:nvSpPr>
        <p:spPr>
          <a:xfrm>
            <a:off x="1144502" y="334424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09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161" name="Google Shape;1161;p89"/>
          <p:cNvGrpSpPr/>
          <p:nvPr/>
        </p:nvGrpSpPr>
        <p:grpSpPr>
          <a:xfrm>
            <a:off x="1000920" y="939808"/>
            <a:ext cx="2235419" cy="368478"/>
            <a:chOff x="1047542" y="1504021"/>
            <a:chExt cx="1935428" cy="414300"/>
          </a:xfrm>
        </p:grpSpPr>
        <p:sp>
          <p:nvSpPr>
            <p:cNvPr id="1162" name="Google Shape;1162;p89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163" name="Google Shape;1163;p89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Certification of Marks (CM)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164" name="Google Shape;1164;p89"/>
          <p:cNvGrpSpPr/>
          <p:nvPr/>
        </p:nvGrpSpPr>
        <p:grpSpPr>
          <a:xfrm>
            <a:off x="3307553" y="939791"/>
            <a:ext cx="2349996" cy="368478"/>
            <a:chOff x="3110817" y="1504021"/>
            <a:chExt cx="1935428" cy="414300"/>
          </a:xfrm>
        </p:grpSpPr>
        <p:sp>
          <p:nvSpPr>
            <p:cNvPr id="1165" name="Google Shape;1165;p89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166" name="Google Shape;1166;p89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Regulatory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167" name="Google Shape;1167;p89"/>
          <p:cNvGrpSpPr/>
          <p:nvPr/>
        </p:nvGrpSpPr>
        <p:grpSpPr>
          <a:xfrm>
            <a:off x="5719739" y="939808"/>
            <a:ext cx="2327580" cy="368478"/>
            <a:chOff x="5285817" y="1504021"/>
            <a:chExt cx="2015221" cy="414300"/>
          </a:xfrm>
        </p:grpSpPr>
        <p:sp>
          <p:nvSpPr>
            <p:cNvPr id="1168" name="Google Shape;1168;p89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169" name="Google Shape;1169;p89"/>
            <p:cNvSpPr txBox="1"/>
            <p:nvPr/>
          </p:nvSpPr>
          <p:spPr>
            <a:xfrm>
              <a:off x="5734138" y="1509083"/>
              <a:ext cx="1566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Reviewers • Inspectors • AD • DD • Director • Certification Committee</a:t>
              </a:r>
              <a:endParaRPr sz="65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170" name="Google Shape;1170;p89"/>
          <p:cNvGrpSpPr/>
          <p:nvPr/>
        </p:nvGrpSpPr>
        <p:grpSpPr>
          <a:xfrm>
            <a:off x="1000920" y="1365568"/>
            <a:ext cx="2306786" cy="368478"/>
            <a:chOff x="1047542" y="1504021"/>
            <a:chExt cx="1997218" cy="414300"/>
          </a:xfrm>
        </p:grpSpPr>
        <p:sp>
          <p:nvSpPr>
            <p:cNvPr id="1171" name="Google Shape;1171;p89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172" name="Google Shape;1172;p89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Scope Product Renewal Certification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173" name="Google Shape;1173;p89"/>
          <p:cNvGrpSpPr/>
          <p:nvPr/>
        </p:nvGrpSpPr>
        <p:grpSpPr>
          <a:xfrm>
            <a:off x="3307553" y="1365550"/>
            <a:ext cx="2349996" cy="368478"/>
            <a:chOff x="3110817" y="1504021"/>
            <a:chExt cx="1935428" cy="414300"/>
          </a:xfrm>
        </p:grpSpPr>
        <p:sp>
          <p:nvSpPr>
            <p:cNvPr id="1174" name="Google Shape;1174;p89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175" name="Google Shape;1175;p89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16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176" name="Google Shape;1176;p89"/>
          <p:cNvGrpSpPr/>
          <p:nvPr/>
        </p:nvGrpSpPr>
        <p:grpSpPr>
          <a:xfrm>
            <a:off x="5719739" y="1365568"/>
            <a:ext cx="2235419" cy="368478"/>
            <a:chOff x="5285817" y="1504021"/>
            <a:chExt cx="1935428" cy="414300"/>
          </a:xfrm>
        </p:grpSpPr>
        <p:sp>
          <p:nvSpPr>
            <p:cNvPr id="1177" name="Google Shape;1177;p89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178" name="Google Shape;1178;p89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83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179" name="Google Shape;1179;p89"/>
          <p:cNvSpPr/>
          <p:nvPr/>
        </p:nvSpPr>
        <p:spPr>
          <a:xfrm>
            <a:off x="879450" y="709834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0" name="Google Shape;1180;p89"/>
          <p:cNvSpPr/>
          <p:nvPr/>
        </p:nvSpPr>
        <p:spPr>
          <a:xfrm>
            <a:off x="1034626" y="2036564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1" name="Google Shape;1181;p89"/>
          <p:cNvSpPr txBox="1"/>
          <p:nvPr/>
        </p:nvSpPr>
        <p:spPr>
          <a:xfrm>
            <a:off x="1054401" y="203986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2" name="Google Shape;1182;p89"/>
          <p:cNvSpPr txBox="1"/>
          <p:nvPr/>
        </p:nvSpPr>
        <p:spPr>
          <a:xfrm>
            <a:off x="1644700" y="2198078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Initial Questionnaire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Fee Payment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Tracking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83" name="Google Shape;1183;p89"/>
          <p:cNvSpPr/>
          <p:nvPr/>
        </p:nvSpPr>
        <p:spPr>
          <a:xfrm>
            <a:off x="3375613" y="2036564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4" name="Google Shape;1184;p89"/>
          <p:cNvSpPr txBox="1"/>
          <p:nvPr/>
        </p:nvSpPr>
        <p:spPr>
          <a:xfrm>
            <a:off x="3395387" y="205094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5" name="Google Shape;1185;p89"/>
          <p:cNvSpPr txBox="1"/>
          <p:nvPr/>
        </p:nvSpPr>
        <p:spPr>
          <a:xfrm>
            <a:off x="3985686" y="2198078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Multi-Level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Customer 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86" name="Google Shape;1186;p89"/>
          <p:cNvSpPr/>
          <p:nvPr/>
        </p:nvSpPr>
        <p:spPr>
          <a:xfrm>
            <a:off x="5704449" y="2036564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7" name="Google Shape;1187;p89"/>
          <p:cNvSpPr txBox="1"/>
          <p:nvPr/>
        </p:nvSpPr>
        <p:spPr>
          <a:xfrm>
            <a:off x="5724223" y="2040809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Inspection &amp; Testing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8" name="Google Shape;1188;p89"/>
          <p:cNvSpPr txBox="1"/>
          <p:nvPr/>
        </p:nvSpPr>
        <p:spPr>
          <a:xfrm>
            <a:off x="6314522" y="2198078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Planning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Primary 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Formal 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Laboratory Testing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89" name="Google Shape;1189;p89"/>
          <p:cNvSpPr/>
          <p:nvPr/>
        </p:nvSpPr>
        <p:spPr>
          <a:xfrm>
            <a:off x="1033650" y="2539011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90" name="Google Shape;1190;p89"/>
          <p:cNvSpPr txBox="1"/>
          <p:nvPr/>
        </p:nvSpPr>
        <p:spPr>
          <a:xfrm>
            <a:off x="1053432" y="2558423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Evaluation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91" name="Google Shape;1191;p89"/>
          <p:cNvSpPr txBox="1"/>
          <p:nvPr/>
        </p:nvSpPr>
        <p:spPr>
          <a:xfrm>
            <a:off x="1643731" y="2732969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Technical Evaluation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Verification &amp; Approval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Certification Committee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92" name="Google Shape;1192;p89"/>
          <p:cNvSpPr/>
          <p:nvPr/>
        </p:nvSpPr>
        <p:spPr>
          <a:xfrm>
            <a:off x="3374650" y="2538886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93" name="Google Shape;1193;p89"/>
          <p:cNvSpPr txBox="1"/>
          <p:nvPr/>
        </p:nvSpPr>
        <p:spPr>
          <a:xfrm>
            <a:off x="3394418" y="2570399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Compliance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94" name="Google Shape;1194;p89"/>
          <p:cNvSpPr txBox="1"/>
          <p:nvPr/>
        </p:nvSpPr>
        <p:spPr>
          <a:xfrm>
            <a:off x="3984717" y="2739821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Conditional Compliance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Corrective Evidence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95" name="Google Shape;1195;p89"/>
          <p:cNvSpPr/>
          <p:nvPr/>
        </p:nvSpPr>
        <p:spPr>
          <a:xfrm>
            <a:off x="5703475" y="2538885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96" name="Google Shape;1196;p89"/>
          <p:cNvSpPr txBox="1"/>
          <p:nvPr/>
        </p:nvSpPr>
        <p:spPr>
          <a:xfrm>
            <a:off x="5723254" y="2564486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Licensing &amp; 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97" name="Google Shape;1197;p89"/>
          <p:cNvSpPr txBox="1"/>
          <p:nvPr/>
        </p:nvSpPr>
        <p:spPr>
          <a:xfrm>
            <a:off x="6313554" y="274482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Management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198" name="Google Shape;1198;p89"/>
          <p:cNvSpPr/>
          <p:nvPr/>
        </p:nvSpPr>
        <p:spPr>
          <a:xfrm>
            <a:off x="817028" y="3172514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99" name="Google Shape;119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97650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97650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97650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8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39929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3" name="Google Shape;1203;p8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39929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8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399294"/>
            <a:ext cx="300900" cy="300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5" name="Google Shape;1205;p89"/>
          <p:cNvGraphicFramePr/>
          <p:nvPr/>
        </p:nvGraphicFramePr>
        <p:xfrm>
          <a:off x="916698" y="33861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Certification Committee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Conditional Compliance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Planning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Primary Inspection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License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Formal Inspection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Refusal &amp; 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Laboratory Testing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Technical Evaluation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Verification &amp; Approval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16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06" name="Google Shape;1206;p8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20075" y="2186747"/>
            <a:ext cx="257079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8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17512" y="2215209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8" name="Google Shape;1208;p8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81200" y="2211162"/>
            <a:ext cx="257075" cy="257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9" name="Google Shape;1209;p8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97747" y="2710812"/>
            <a:ext cx="257075" cy="257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0" name="Google Shape;1210;p8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539393" y="2739582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1" name="Google Shape;1211;p8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903100" y="2758385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90"/>
          <p:cNvSpPr/>
          <p:nvPr/>
        </p:nvSpPr>
        <p:spPr>
          <a:xfrm>
            <a:off x="892501" y="823305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90"/>
          <p:cNvSpPr/>
          <p:nvPr/>
        </p:nvSpPr>
        <p:spPr>
          <a:xfrm>
            <a:off x="2390150" y="221275"/>
            <a:ext cx="47424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8" name="Google Shape;1218;p90"/>
          <p:cNvSpPr/>
          <p:nvPr/>
        </p:nvSpPr>
        <p:spPr>
          <a:xfrm>
            <a:off x="892501" y="221253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90"/>
          <p:cNvSpPr/>
          <p:nvPr/>
        </p:nvSpPr>
        <p:spPr>
          <a:xfrm>
            <a:off x="2683721" y="324438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CM SCOPE BRAND INCLUSION CERTIFICATION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Brand Inclusion • Inspection • Laboratory Testing • Certification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20" name="Google Shape;1220;p90"/>
          <p:cNvSpPr txBox="1"/>
          <p:nvPr/>
        </p:nvSpPr>
        <p:spPr>
          <a:xfrm>
            <a:off x="1144502" y="337947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10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221" name="Google Shape;1221;p90"/>
          <p:cNvGrpSpPr/>
          <p:nvPr/>
        </p:nvGrpSpPr>
        <p:grpSpPr>
          <a:xfrm>
            <a:off x="1000920" y="943331"/>
            <a:ext cx="2235419" cy="368478"/>
            <a:chOff x="1047542" y="1504021"/>
            <a:chExt cx="1935428" cy="414300"/>
          </a:xfrm>
        </p:grpSpPr>
        <p:sp>
          <p:nvSpPr>
            <p:cNvPr id="1222" name="Google Shape;1222;p90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223" name="Google Shape;1223;p90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Certification of Marks (CM)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24" name="Google Shape;1224;p90"/>
          <p:cNvGrpSpPr/>
          <p:nvPr/>
        </p:nvGrpSpPr>
        <p:grpSpPr>
          <a:xfrm>
            <a:off x="3307553" y="943313"/>
            <a:ext cx="2349996" cy="368478"/>
            <a:chOff x="3110817" y="1504021"/>
            <a:chExt cx="1935428" cy="414300"/>
          </a:xfrm>
        </p:grpSpPr>
        <p:sp>
          <p:nvSpPr>
            <p:cNvPr id="1225" name="Google Shape;1225;p90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226" name="Google Shape;1226;p90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Regulatory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27" name="Google Shape;1227;p90"/>
          <p:cNvGrpSpPr/>
          <p:nvPr/>
        </p:nvGrpSpPr>
        <p:grpSpPr>
          <a:xfrm>
            <a:off x="5719739" y="943331"/>
            <a:ext cx="2327580" cy="368478"/>
            <a:chOff x="5285817" y="1504021"/>
            <a:chExt cx="2015221" cy="414300"/>
          </a:xfrm>
        </p:grpSpPr>
        <p:sp>
          <p:nvSpPr>
            <p:cNvPr id="1228" name="Google Shape;1228;p90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229" name="Google Shape;1229;p90"/>
            <p:cNvSpPr txBox="1"/>
            <p:nvPr/>
          </p:nvSpPr>
          <p:spPr>
            <a:xfrm>
              <a:off x="5734138" y="1509083"/>
              <a:ext cx="1566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Reviewers • Inspectors • AD • DD • Director • Certification Committee</a:t>
              </a:r>
              <a:endParaRPr sz="65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30" name="Google Shape;1230;p90"/>
          <p:cNvGrpSpPr/>
          <p:nvPr/>
        </p:nvGrpSpPr>
        <p:grpSpPr>
          <a:xfrm>
            <a:off x="1000920" y="1369091"/>
            <a:ext cx="2306786" cy="368478"/>
            <a:chOff x="1047542" y="1504021"/>
            <a:chExt cx="1997218" cy="414300"/>
          </a:xfrm>
        </p:grpSpPr>
        <p:sp>
          <p:nvSpPr>
            <p:cNvPr id="1231" name="Google Shape;1231;p90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232" name="Google Shape;1232;p90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Scope Brand Inclusion Certification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33" name="Google Shape;1233;p90"/>
          <p:cNvGrpSpPr/>
          <p:nvPr/>
        </p:nvGrpSpPr>
        <p:grpSpPr>
          <a:xfrm>
            <a:off x="3307553" y="1369073"/>
            <a:ext cx="2349996" cy="368478"/>
            <a:chOff x="3110817" y="1504021"/>
            <a:chExt cx="1935428" cy="414300"/>
          </a:xfrm>
        </p:grpSpPr>
        <p:sp>
          <p:nvSpPr>
            <p:cNvPr id="1234" name="Google Shape;1234;p90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235" name="Google Shape;1235;p90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16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36" name="Google Shape;1236;p90"/>
          <p:cNvGrpSpPr/>
          <p:nvPr/>
        </p:nvGrpSpPr>
        <p:grpSpPr>
          <a:xfrm>
            <a:off x="5719739" y="1369091"/>
            <a:ext cx="2235419" cy="368478"/>
            <a:chOff x="5285817" y="1504021"/>
            <a:chExt cx="1935428" cy="414300"/>
          </a:xfrm>
        </p:grpSpPr>
        <p:sp>
          <p:nvSpPr>
            <p:cNvPr id="1237" name="Google Shape;1237;p90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238" name="Google Shape;1238;p90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83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239" name="Google Shape;1239;p90"/>
          <p:cNvSpPr/>
          <p:nvPr/>
        </p:nvSpPr>
        <p:spPr>
          <a:xfrm>
            <a:off x="879450" y="713357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240" name="Google Shape;1240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98002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1" name="Google Shape;1241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98002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2" name="Google Shape;1242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98002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3" name="Google Shape;1243;p9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0281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4" name="Google Shape;1244;p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0281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5" name="Google Shape;1245;p9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02817"/>
            <a:ext cx="300900" cy="3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6" name="Google Shape;1246;p90"/>
          <p:cNvSpPr/>
          <p:nvPr/>
        </p:nvSpPr>
        <p:spPr>
          <a:xfrm>
            <a:off x="916676" y="1897359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90"/>
          <p:cNvSpPr/>
          <p:nvPr/>
        </p:nvSpPr>
        <p:spPr>
          <a:xfrm>
            <a:off x="908850" y="1821058"/>
            <a:ext cx="16494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8" name="Google Shape;1248;p90"/>
          <p:cNvSpPr/>
          <p:nvPr/>
        </p:nvSpPr>
        <p:spPr>
          <a:xfrm>
            <a:off x="1034626" y="2049612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49" name="Google Shape;1249;p90"/>
          <p:cNvSpPr txBox="1"/>
          <p:nvPr/>
        </p:nvSpPr>
        <p:spPr>
          <a:xfrm>
            <a:off x="1054401" y="205291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0" name="Google Shape;1250;p90"/>
          <p:cNvSpPr txBox="1"/>
          <p:nvPr/>
        </p:nvSpPr>
        <p:spPr>
          <a:xfrm>
            <a:off x="1644700" y="221112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Initial Questionnaire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Fee Payment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Tracking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251" name="Google Shape;1251;p90"/>
          <p:cNvSpPr/>
          <p:nvPr/>
        </p:nvSpPr>
        <p:spPr>
          <a:xfrm>
            <a:off x="3375613" y="2049612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2" name="Google Shape;1252;p90"/>
          <p:cNvSpPr txBox="1"/>
          <p:nvPr/>
        </p:nvSpPr>
        <p:spPr>
          <a:xfrm>
            <a:off x="3395387" y="2063990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3" name="Google Shape;1253;p90"/>
          <p:cNvSpPr txBox="1"/>
          <p:nvPr/>
        </p:nvSpPr>
        <p:spPr>
          <a:xfrm>
            <a:off x="3985686" y="221112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Multi-Level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Customer 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254" name="Google Shape;1254;p90"/>
          <p:cNvSpPr/>
          <p:nvPr/>
        </p:nvSpPr>
        <p:spPr>
          <a:xfrm>
            <a:off x="5704449" y="2049612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5" name="Google Shape;1255;p90"/>
          <p:cNvSpPr txBox="1"/>
          <p:nvPr/>
        </p:nvSpPr>
        <p:spPr>
          <a:xfrm>
            <a:off x="5724223" y="205385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Inspection &amp; Testing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6" name="Google Shape;1256;p90"/>
          <p:cNvSpPr txBox="1"/>
          <p:nvPr/>
        </p:nvSpPr>
        <p:spPr>
          <a:xfrm>
            <a:off x="6314522" y="221112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Planning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Primary 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Formal 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Laboratory Testing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257" name="Google Shape;1257;p90"/>
          <p:cNvSpPr/>
          <p:nvPr/>
        </p:nvSpPr>
        <p:spPr>
          <a:xfrm>
            <a:off x="1033650" y="2552058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8" name="Google Shape;1258;p90"/>
          <p:cNvSpPr txBox="1"/>
          <p:nvPr/>
        </p:nvSpPr>
        <p:spPr>
          <a:xfrm>
            <a:off x="1053432" y="2571470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Evaluation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59" name="Google Shape;1259;p90"/>
          <p:cNvSpPr txBox="1"/>
          <p:nvPr/>
        </p:nvSpPr>
        <p:spPr>
          <a:xfrm>
            <a:off x="1643731" y="274601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Technical Evaluation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Verification &amp; Approval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Certification Committee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260" name="Google Shape;1260;p90"/>
          <p:cNvSpPr/>
          <p:nvPr/>
        </p:nvSpPr>
        <p:spPr>
          <a:xfrm>
            <a:off x="3374650" y="2551933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1" name="Google Shape;1261;p90"/>
          <p:cNvSpPr txBox="1"/>
          <p:nvPr/>
        </p:nvSpPr>
        <p:spPr>
          <a:xfrm>
            <a:off x="3394418" y="258344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Compliance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2" name="Google Shape;1262;p90"/>
          <p:cNvSpPr txBox="1"/>
          <p:nvPr/>
        </p:nvSpPr>
        <p:spPr>
          <a:xfrm>
            <a:off x="3984717" y="2752869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Conditional Compliance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Corrective Evidence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263" name="Google Shape;1263;p90"/>
          <p:cNvSpPr/>
          <p:nvPr/>
        </p:nvSpPr>
        <p:spPr>
          <a:xfrm>
            <a:off x="5703475" y="2551933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4" name="Google Shape;1264;p90"/>
          <p:cNvSpPr txBox="1"/>
          <p:nvPr/>
        </p:nvSpPr>
        <p:spPr>
          <a:xfrm>
            <a:off x="5723254" y="257753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Licensing &amp; 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5" name="Google Shape;1265;p90"/>
          <p:cNvSpPr txBox="1"/>
          <p:nvPr/>
        </p:nvSpPr>
        <p:spPr>
          <a:xfrm>
            <a:off x="6313554" y="275787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Management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266" name="Google Shape;1266;p90"/>
          <p:cNvSpPr/>
          <p:nvPr/>
        </p:nvSpPr>
        <p:spPr>
          <a:xfrm>
            <a:off x="817028" y="3185562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267" name="Google Shape;1267;p90"/>
          <p:cNvGraphicFramePr/>
          <p:nvPr/>
        </p:nvGraphicFramePr>
        <p:xfrm>
          <a:off x="916698" y="33991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Certification Committee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Conditional Compliance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Planning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Primary Inspection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License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Formal Inspection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Refusal &amp; 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Laboratory Testing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Technical Evaluation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Verification &amp; Approval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16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68" name="Google Shape;1268;p9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03100" y="2771433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9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81200" y="2224210"/>
            <a:ext cx="257075" cy="257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9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39393" y="2752629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9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17512" y="2228257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2" name="Google Shape;1272;p9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20075" y="2199795"/>
            <a:ext cx="257079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3" name="Google Shape;1273;p9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97747" y="2723860"/>
            <a:ext cx="257075" cy="25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91"/>
          <p:cNvSpPr/>
          <p:nvPr/>
        </p:nvSpPr>
        <p:spPr>
          <a:xfrm>
            <a:off x="916676" y="1928439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91"/>
          <p:cNvSpPr/>
          <p:nvPr/>
        </p:nvSpPr>
        <p:spPr>
          <a:xfrm>
            <a:off x="908848" y="1852126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0" name="Google Shape;1280;p91"/>
          <p:cNvSpPr/>
          <p:nvPr/>
        </p:nvSpPr>
        <p:spPr>
          <a:xfrm>
            <a:off x="892501" y="863909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1" name="Google Shape;1281;p91"/>
          <p:cNvSpPr/>
          <p:nvPr/>
        </p:nvSpPr>
        <p:spPr>
          <a:xfrm>
            <a:off x="2390150" y="261875"/>
            <a:ext cx="47292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91"/>
          <p:cNvSpPr/>
          <p:nvPr/>
        </p:nvSpPr>
        <p:spPr>
          <a:xfrm>
            <a:off x="892501" y="261858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91"/>
          <p:cNvSpPr/>
          <p:nvPr/>
        </p:nvSpPr>
        <p:spPr>
          <a:xfrm>
            <a:off x="2722865" y="365043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CM HALAL CERTIFICATION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Halal Certification • Audit • Laboratory Testing • Certificate Management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4" name="Google Shape;1284;p91"/>
          <p:cNvSpPr txBox="1"/>
          <p:nvPr/>
        </p:nvSpPr>
        <p:spPr>
          <a:xfrm>
            <a:off x="1144502" y="378552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11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285" name="Google Shape;1285;p91"/>
          <p:cNvGrpSpPr/>
          <p:nvPr/>
        </p:nvGrpSpPr>
        <p:grpSpPr>
          <a:xfrm>
            <a:off x="1000920" y="983935"/>
            <a:ext cx="2235419" cy="368478"/>
            <a:chOff x="1047542" y="1504021"/>
            <a:chExt cx="1935428" cy="414300"/>
          </a:xfrm>
        </p:grpSpPr>
        <p:sp>
          <p:nvSpPr>
            <p:cNvPr id="1286" name="Google Shape;1286;p91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287" name="Google Shape;1287;p91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Certification of Marks (CM)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88" name="Google Shape;1288;p91"/>
          <p:cNvGrpSpPr/>
          <p:nvPr/>
        </p:nvGrpSpPr>
        <p:grpSpPr>
          <a:xfrm>
            <a:off x="3307553" y="983918"/>
            <a:ext cx="2349996" cy="368478"/>
            <a:chOff x="3110817" y="1504021"/>
            <a:chExt cx="1935428" cy="414300"/>
          </a:xfrm>
        </p:grpSpPr>
        <p:sp>
          <p:nvSpPr>
            <p:cNvPr id="1289" name="Google Shape;1289;p91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290" name="Google Shape;1290;p91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Regulatory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91" name="Google Shape;1291;p91"/>
          <p:cNvGrpSpPr/>
          <p:nvPr/>
        </p:nvGrpSpPr>
        <p:grpSpPr>
          <a:xfrm>
            <a:off x="5719739" y="983935"/>
            <a:ext cx="2235419" cy="368478"/>
            <a:chOff x="5285817" y="1504021"/>
            <a:chExt cx="1935428" cy="414300"/>
          </a:xfrm>
        </p:grpSpPr>
        <p:sp>
          <p:nvSpPr>
            <p:cNvPr id="1292" name="Google Shape;1292;p91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293" name="Google Shape;1293;p91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AD • DD • Director • Audit Team • Certification Committee</a:t>
              </a:r>
              <a:endParaRPr sz="65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94" name="Google Shape;1294;p91"/>
          <p:cNvGrpSpPr/>
          <p:nvPr/>
        </p:nvGrpSpPr>
        <p:grpSpPr>
          <a:xfrm>
            <a:off x="1000920" y="1409695"/>
            <a:ext cx="2306786" cy="368478"/>
            <a:chOff x="1047542" y="1504021"/>
            <a:chExt cx="1997218" cy="414300"/>
          </a:xfrm>
        </p:grpSpPr>
        <p:sp>
          <p:nvSpPr>
            <p:cNvPr id="1295" name="Google Shape;1295;p91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296" name="Google Shape;1296;p91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Halal Certification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297" name="Google Shape;1297;p91"/>
          <p:cNvGrpSpPr/>
          <p:nvPr/>
        </p:nvGrpSpPr>
        <p:grpSpPr>
          <a:xfrm>
            <a:off x="3307553" y="1409678"/>
            <a:ext cx="2349996" cy="368478"/>
            <a:chOff x="3110817" y="1504021"/>
            <a:chExt cx="1935428" cy="414300"/>
          </a:xfrm>
        </p:grpSpPr>
        <p:sp>
          <p:nvSpPr>
            <p:cNvPr id="1298" name="Google Shape;1298;p91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299" name="Google Shape;1299;p91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16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300" name="Google Shape;1300;p91"/>
          <p:cNvGrpSpPr/>
          <p:nvPr/>
        </p:nvGrpSpPr>
        <p:grpSpPr>
          <a:xfrm>
            <a:off x="5719739" y="1409695"/>
            <a:ext cx="2235419" cy="368478"/>
            <a:chOff x="5285817" y="1504021"/>
            <a:chExt cx="1935428" cy="414300"/>
          </a:xfrm>
        </p:grpSpPr>
        <p:sp>
          <p:nvSpPr>
            <p:cNvPr id="1301" name="Google Shape;1301;p91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302" name="Google Shape;1302;p91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86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303" name="Google Shape;1303;p91"/>
          <p:cNvSpPr/>
          <p:nvPr/>
        </p:nvSpPr>
        <p:spPr>
          <a:xfrm>
            <a:off x="879450" y="753962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04" name="Google Shape;1304;p91"/>
          <p:cNvSpPr/>
          <p:nvPr/>
        </p:nvSpPr>
        <p:spPr>
          <a:xfrm>
            <a:off x="1034626" y="2080691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05" name="Google Shape;1305;p91"/>
          <p:cNvSpPr txBox="1"/>
          <p:nvPr/>
        </p:nvSpPr>
        <p:spPr>
          <a:xfrm>
            <a:off x="1054401" y="2095070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 &amp; Review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06" name="Google Shape;1306;p91"/>
          <p:cNvSpPr txBox="1"/>
          <p:nvPr/>
        </p:nvSpPr>
        <p:spPr>
          <a:xfrm>
            <a:off x="1644700" y="224220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Customer Resubmission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07" name="Google Shape;1307;p91"/>
          <p:cNvSpPr/>
          <p:nvPr/>
        </p:nvSpPr>
        <p:spPr>
          <a:xfrm>
            <a:off x="3375613" y="2080691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08" name="Google Shape;1308;p91"/>
          <p:cNvSpPr txBox="1"/>
          <p:nvPr/>
        </p:nvSpPr>
        <p:spPr>
          <a:xfrm>
            <a:off x="3395387" y="2095070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Employee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09" name="Google Shape;1309;p91"/>
          <p:cNvSpPr txBox="1"/>
          <p:nvPr/>
        </p:nvSpPr>
        <p:spPr>
          <a:xfrm>
            <a:off x="3985686" y="224220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Stage-1 Audit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Audit Observation &amp; Compliance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Stage-2 Audit &amp; Sample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10" name="Google Shape;1310;p91"/>
          <p:cNvSpPr/>
          <p:nvPr/>
        </p:nvSpPr>
        <p:spPr>
          <a:xfrm>
            <a:off x="5704449" y="2080691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1" name="Google Shape;1311;p91"/>
          <p:cNvSpPr txBox="1"/>
          <p:nvPr/>
        </p:nvSpPr>
        <p:spPr>
          <a:xfrm>
            <a:off x="5724223" y="2095070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Identification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2" name="Google Shape;1312;p91"/>
          <p:cNvSpPr txBox="1"/>
          <p:nvPr/>
        </p:nvSpPr>
        <p:spPr>
          <a:xfrm>
            <a:off x="6314522" y="224220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Sample Management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Laboratory Testing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Test Reports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13" name="Google Shape;1313;p91"/>
          <p:cNvSpPr/>
          <p:nvPr/>
        </p:nvSpPr>
        <p:spPr>
          <a:xfrm>
            <a:off x="1033650" y="2583138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4" name="Google Shape;1314;p91"/>
          <p:cNvSpPr txBox="1"/>
          <p:nvPr/>
        </p:nvSpPr>
        <p:spPr>
          <a:xfrm>
            <a:off x="1053432" y="2602550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Employee Administration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5" name="Google Shape;1315;p91"/>
          <p:cNvSpPr txBox="1"/>
          <p:nvPr/>
        </p:nvSpPr>
        <p:spPr>
          <a:xfrm>
            <a:off x="1643731" y="277709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Technical Evaluation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Verification &amp; Approval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Certification Committee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16" name="Google Shape;1316;p91"/>
          <p:cNvSpPr/>
          <p:nvPr/>
        </p:nvSpPr>
        <p:spPr>
          <a:xfrm>
            <a:off x="3374650" y="2583013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7" name="Google Shape;1317;p91"/>
          <p:cNvSpPr txBox="1"/>
          <p:nvPr/>
        </p:nvSpPr>
        <p:spPr>
          <a:xfrm>
            <a:off x="3394418" y="261452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Workflow &amp; Access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8" name="Google Shape;1318;p91"/>
          <p:cNvSpPr txBox="1"/>
          <p:nvPr/>
        </p:nvSpPr>
        <p:spPr>
          <a:xfrm>
            <a:off x="3984717" y="2783949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Conditional Compliance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/ License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19" name="Google Shape;1319;p91"/>
          <p:cNvSpPr/>
          <p:nvPr/>
        </p:nvSpPr>
        <p:spPr>
          <a:xfrm>
            <a:off x="5703475" y="2583013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20" name="Google Shape;1320;p91"/>
          <p:cNvSpPr txBox="1"/>
          <p:nvPr/>
        </p:nvSpPr>
        <p:spPr>
          <a:xfrm>
            <a:off x="5723254" y="260861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Leave Management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21" name="Google Shape;1321;p91"/>
          <p:cNvSpPr txBox="1"/>
          <p:nvPr/>
        </p:nvSpPr>
        <p:spPr>
          <a:xfrm>
            <a:off x="6313554" y="278895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Refusal &amp; Rejection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22" name="Google Shape;1322;p91"/>
          <p:cNvSpPr/>
          <p:nvPr/>
        </p:nvSpPr>
        <p:spPr>
          <a:xfrm>
            <a:off x="817028" y="3216642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23" name="Google Shape;1323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2063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4" name="Google Shape;1324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2063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2063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6" name="Google Shape;1326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43421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7" name="Google Shape;1327;p9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43421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8" name="Google Shape;1328;p9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43421"/>
            <a:ext cx="300900" cy="300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29" name="Google Shape;1329;p91"/>
          <p:cNvGraphicFramePr/>
          <p:nvPr/>
        </p:nvGraphicFramePr>
        <p:xfrm>
          <a:off x="916698" y="34221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Certificate Application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Certification Committee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Conditional Compliance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Stage-1 Audit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Audit Observation &amp; Compliance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Certificate / License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Stage-2 Audit &amp; Sample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Refusal &amp; 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Laboratory Testing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Technical Evaluation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Verification &amp; Approval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16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30" name="Google Shape;1330;p9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75725" y="2268912"/>
            <a:ext cx="257079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1" name="Google Shape;1331;p9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17500" y="2268829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2" name="Google Shape;1332;p9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03100" y="2248075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3" name="Google Shape;1333;p9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16675" y="2789063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4" name="Google Shape;1334;p9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539400" y="2776384"/>
            <a:ext cx="257100" cy="257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5" name="Google Shape;1335;p9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903100" y="2793238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92"/>
          <p:cNvSpPr/>
          <p:nvPr/>
        </p:nvSpPr>
        <p:spPr>
          <a:xfrm>
            <a:off x="916676" y="1931936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92"/>
          <p:cNvSpPr/>
          <p:nvPr/>
        </p:nvSpPr>
        <p:spPr>
          <a:xfrm>
            <a:off x="908848" y="1855635"/>
            <a:ext cx="16554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42" name="Google Shape;1342;p92"/>
          <p:cNvSpPr/>
          <p:nvPr/>
        </p:nvSpPr>
        <p:spPr>
          <a:xfrm>
            <a:off x="892501" y="867407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92"/>
          <p:cNvSpPr/>
          <p:nvPr/>
        </p:nvSpPr>
        <p:spPr>
          <a:xfrm>
            <a:off x="2390150" y="265385"/>
            <a:ext cx="47292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92"/>
          <p:cNvSpPr/>
          <p:nvPr/>
        </p:nvSpPr>
        <p:spPr>
          <a:xfrm>
            <a:off x="892501" y="265356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92"/>
          <p:cNvSpPr/>
          <p:nvPr/>
        </p:nvSpPr>
        <p:spPr>
          <a:xfrm>
            <a:off x="2722865" y="368541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CM HALAL RENEWAL CERTIFICATION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Halal Certification • Audit • Laboratory Testing • Certificate Management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46" name="Google Shape;1346;p92"/>
          <p:cNvSpPr txBox="1"/>
          <p:nvPr/>
        </p:nvSpPr>
        <p:spPr>
          <a:xfrm>
            <a:off x="1144502" y="38204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12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347" name="Google Shape;1347;p92"/>
          <p:cNvGrpSpPr/>
          <p:nvPr/>
        </p:nvGrpSpPr>
        <p:grpSpPr>
          <a:xfrm>
            <a:off x="1000920" y="987433"/>
            <a:ext cx="2235419" cy="368478"/>
            <a:chOff x="1047542" y="1504021"/>
            <a:chExt cx="1935428" cy="414300"/>
          </a:xfrm>
        </p:grpSpPr>
        <p:sp>
          <p:nvSpPr>
            <p:cNvPr id="1348" name="Google Shape;1348;p92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349" name="Google Shape;1349;p92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Certification of Marks (CM)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350" name="Google Shape;1350;p92"/>
          <p:cNvGrpSpPr/>
          <p:nvPr/>
        </p:nvGrpSpPr>
        <p:grpSpPr>
          <a:xfrm>
            <a:off x="3307553" y="987416"/>
            <a:ext cx="2349996" cy="368478"/>
            <a:chOff x="3110817" y="1504021"/>
            <a:chExt cx="1935428" cy="414300"/>
          </a:xfrm>
        </p:grpSpPr>
        <p:sp>
          <p:nvSpPr>
            <p:cNvPr id="1351" name="Google Shape;1351;p92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352" name="Google Shape;1352;p92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Regulatory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353" name="Google Shape;1353;p92"/>
          <p:cNvGrpSpPr/>
          <p:nvPr/>
        </p:nvGrpSpPr>
        <p:grpSpPr>
          <a:xfrm>
            <a:off x="5719739" y="987433"/>
            <a:ext cx="2327580" cy="368478"/>
            <a:chOff x="5285817" y="1504021"/>
            <a:chExt cx="2015221" cy="414300"/>
          </a:xfrm>
        </p:grpSpPr>
        <p:sp>
          <p:nvSpPr>
            <p:cNvPr id="1354" name="Google Shape;1354;p92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355" name="Google Shape;1355;p92"/>
            <p:cNvSpPr txBox="1"/>
            <p:nvPr/>
          </p:nvSpPr>
          <p:spPr>
            <a:xfrm>
              <a:off x="5734137" y="1509083"/>
              <a:ext cx="1566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AD • DD • Director • Audit Team • Certification Committee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356" name="Google Shape;1356;p92"/>
          <p:cNvGrpSpPr/>
          <p:nvPr/>
        </p:nvGrpSpPr>
        <p:grpSpPr>
          <a:xfrm>
            <a:off x="1000920" y="1413193"/>
            <a:ext cx="2306786" cy="368478"/>
            <a:chOff x="1047542" y="1504021"/>
            <a:chExt cx="1997218" cy="414300"/>
          </a:xfrm>
        </p:grpSpPr>
        <p:sp>
          <p:nvSpPr>
            <p:cNvPr id="1357" name="Google Shape;1357;p92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358" name="Google Shape;1358;p92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Halal Certification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359" name="Google Shape;1359;p92"/>
          <p:cNvGrpSpPr/>
          <p:nvPr/>
        </p:nvGrpSpPr>
        <p:grpSpPr>
          <a:xfrm>
            <a:off x="3307553" y="1413175"/>
            <a:ext cx="2349996" cy="368478"/>
            <a:chOff x="3110817" y="1504021"/>
            <a:chExt cx="1935428" cy="414300"/>
          </a:xfrm>
        </p:grpSpPr>
        <p:sp>
          <p:nvSpPr>
            <p:cNvPr id="1360" name="Google Shape;1360;p92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361" name="Google Shape;1361;p92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16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362" name="Google Shape;1362;p92"/>
          <p:cNvGrpSpPr/>
          <p:nvPr/>
        </p:nvGrpSpPr>
        <p:grpSpPr>
          <a:xfrm>
            <a:off x="5719739" y="1413193"/>
            <a:ext cx="2235419" cy="368478"/>
            <a:chOff x="5285817" y="1504021"/>
            <a:chExt cx="1935428" cy="414300"/>
          </a:xfrm>
        </p:grpSpPr>
        <p:sp>
          <p:nvSpPr>
            <p:cNvPr id="1363" name="Google Shape;1363;p92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364" name="Google Shape;1364;p92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86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365" name="Google Shape;1365;p92"/>
          <p:cNvSpPr/>
          <p:nvPr/>
        </p:nvSpPr>
        <p:spPr>
          <a:xfrm>
            <a:off x="879450" y="75745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66" name="Google Shape;1366;p92"/>
          <p:cNvSpPr/>
          <p:nvPr/>
        </p:nvSpPr>
        <p:spPr>
          <a:xfrm>
            <a:off x="1034626" y="208418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67" name="Google Shape;1367;p92"/>
          <p:cNvSpPr txBox="1"/>
          <p:nvPr/>
        </p:nvSpPr>
        <p:spPr>
          <a:xfrm>
            <a:off x="1054401" y="209856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 &amp; Review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68" name="Google Shape;1368;p92"/>
          <p:cNvSpPr txBox="1"/>
          <p:nvPr/>
        </p:nvSpPr>
        <p:spPr>
          <a:xfrm>
            <a:off x="1644700" y="224570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Customer Resubmission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69" name="Google Shape;1369;p92"/>
          <p:cNvSpPr/>
          <p:nvPr/>
        </p:nvSpPr>
        <p:spPr>
          <a:xfrm>
            <a:off x="3375613" y="208418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0" name="Google Shape;1370;p92"/>
          <p:cNvSpPr txBox="1"/>
          <p:nvPr/>
        </p:nvSpPr>
        <p:spPr>
          <a:xfrm>
            <a:off x="3395387" y="209856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Audit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1" name="Google Shape;1371;p92"/>
          <p:cNvSpPr txBox="1"/>
          <p:nvPr/>
        </p:nvSpPr>
        <p:spPr>
          <a:xfrm>
            <a:off x="3985686" y="224570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Stage-1 Audit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Audit Observation &amp; Compliance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Stage-2 Audit &amp; Sample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72" name="Google Shape;1372;p92"/>
          <p:cNvSpPr/>
          <p:nvPr/>
        </p:nvSpPr>
        <p:spPr>
          <a:xfrm>
            <a:off x="5704449" y="208418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3" name="Google Shape;1373;p92"/>
          <p:cNvSpPr txBox="1"/>
          <p:nvPr/>
        </p:nvSpPr>
        <p:spPr>
          <a:xfrm>
            <a:off x="5724223" y="209856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Laboratory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4" name="Google Shape;1374;p92"/>
          <p:cNvSpPr txBox="1"/>
          <p:nvPr/>
        </p:nvSpPr>
        <p:spPr>
          <a:xfrm>
            <a:off x="6314522" y="224570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Sample Management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Laboratory Testing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Test Reports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75" name="Google Shape;1375;p92"/>
          <p:cNvSpPr/>
          <p:nvPr/>
        </p:nvSpPr>
        <p:spPr>
          <a:xfrm>
            <a:off x="1033650" y="2586636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6" name="Google Shape;1376;p92"/>
          <p:cNvSpPr txBox="1"/>
          <p:nvPr/>
        </p:nvSpPr>
        <p:spPr>
          <a:xfrm>
            <a:off x="1053432" y="260604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Evaluation &amp; Approval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7" name="Google Shape;1377;p92"/>
          <p:cNvSpPr txBox="1"/>
          <p:nvPr/>
        </p:nvSpPr>
        <p:spPr>
          <a:xfrm>
            <a:off x="1643731" y="278059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Technical Evaluation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Verification &amp; Approval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Certification Committee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78" name="Google Shape;1378;p92"/>
          <p:cNvSpPr/>
          <p:nvPr/>
        </p:nvSpPr>
        <p:spPr>
          <a:xfrm>
            <a:off x="3374650" y="2586511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9" name="Google Shape;1379;p92"/>
          <p:cNvSpPr txBox="1"/>
          <p:nvPr/>
        </p:nvSpPr>
        <p:spPr>
          <a:xfrm>
            <a:off x="3394418" y="261333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Compliance &amp; Certificate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0" name="Google Shape;1380;p92"/>
          <p:cNvSpPr txBox="1"/>
          <p:nvPr/>
        </p:nvSpPr>
        <p:spPr>
          <a:xfrm>
            <a:off x="3984717" y="278744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Conditional Compliance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/ License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81" name="Google Shape;1381;p92"/>
          <p:cNvSpPr/>
          <p:nvPr/>
        </p:nvSpPr>
        <p:spPr>
          <a:xfrm>
            <a:off x="5703475" y="258651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2" name="Google Shape;1382;p92"/>
          <p:cNvSpPr txBox="1"/>
          <p:nvPr/>
        </p:nvSpPr>
        <p:spPr>
          <a:xfrm>
            <a:off x="5723254" y="261211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 &amp; Records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3" name="Google Shape;1383;p92"/>
          <p:cNvSpPr txBox="1"/>
          <p:nvPr/>
        </p:nvSpPr>
        <p:spPr>
          <a:xfrm>
            <a:off x="6313554" y="2792451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Refusal &amp; Rejection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384" name="Google Shape;1384;p92"/>
          <p:cNvSpPr/>
          <p:nvPr/>
        </p:nvSpPr>
        <p:spPr>
          <a:xfrm>
            <a:off x="817028" y="3210801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385" name="Google Shape;138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2412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6" name="Google Shape;1386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2412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7" name="Google Shape;1387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2412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8" name="Google Shape;1388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4691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9" name="Google Shape;1389;p9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4691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9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46919"/>
            <a:ext cx="300900" cy="300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91" name="Google Shape;1391;p92"/>
          <p:cNvGraphicFramePr/>
          <p:nvPr/>
        </p:nvGraphicFramePr>
        <p:xfrm>
          <a:off x="916698" y="340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Certificate Application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Certification Committee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Conditional Compliance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Stage-1 Audit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Audit Observation &amp; Compliance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Certificate / License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Stage-2 Audit &amp; Sample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Refusal &amp; 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Laboratory Testing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Technical Evaluation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Verification &amp; Approval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16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392" name="Google Shape;1392;p9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75725" y="2272409"/>
            <a:ext cx="257079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3" name="Google Shape;1393;p9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18003" y="2252910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4" name="Google Shape;1394;p9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75729" y="2799260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5" name="Google Shape;1395;p9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46971" y="2770485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6" name="Google Shape;1396;p9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81208" y="2272343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7" name="Google Shape;1397;p9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903125" y="2768035"/>
            <a:ext cx="257075" cy="2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p93"/>
          <p:cNvSpPr/>
          <p:nvPr/>
        </p:nvSpPr>
        <p:spPr>
          <a:xfrm>
            <a:off x="916676" y="1944984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93"/>
          <p:cNvSpPr/>
          <p:nvPr/>
        </p:nvSpPr>
        <p:spPr>
          <a:xfrm>
            <a:off x="902975" y="1868683"/>
            <a:ext cx="16377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4" name="Google Shape;1404;p93"/>
          <p:cNvSpPr/>
          <p:nvPr/>
        </p:nvSpPr>
        <p:spPr>
          <a:xfrm>
            <a:off x="892501" y="880455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93"/>
          <p:cNvSpPr/>
          <p:nvPr/>
        </p:nvSpPr>
        <p:spPr>
          <a:xfrm>
            <a:off x="2390150" y="278425"/>
            <a:ext cx="47352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6" name="Google Shape;1406;p93"/>
          <p:cNvSpPr/>
          <p:nvPr/>
        </p:nvSpPr>
        <p:spPr>
          <a:xfrm>
            <a:off x="892501" y="278403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93"/>
          <p:cNvSpPr/>
          <p:nvPr/>
        </p:nvSpPr>
        <p:spPr>
          <a:xfrm>
            <a:off x="2722865" y="381588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CM HALAL BRAND INCLUSION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Halal Certification • Audit • Laboratory Testing • Certificate Management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8" name="Google Shape;1408;p93"/>
          <p:cNvSpPr txBox="1"/>
          <p:nvPr/>
        </p:nvSpPr>
        <p:spPr>
          <a:xfrm>
            <a:off x="1144502" y="395097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13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409" name="Google Shape;1409;p93"/>
          <p:cNvGrpSpPr/>
          <p:nvPr/>
        </p:nvGrpSpPr>
        <p:grpSpPr>
          <a:xfrm>
            <a:off x="1000920" y="1000481"/>
            <a:ext cx="2235419" cy="368478"/>
            <a:chOff x="1047542" y="1504021"/>
            <a:chExt cx="1935428" cy="414300"/>
          </a:xfrm>
        </p:grpSpPr>
        <p:sp>
          <p:nvSpPr>
            <p:cNvPr id="1410" name="Google Shape;1410;p93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411" name="Google Shape;1411;p93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Certification of Marks (CM)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12" name="Google Shape;1412;p93"/>
          <p:cNvGrpSpPr/>
          <p:nvPr/>
        </p:nvGrpSpPr>
        <p:grpSpPr>
          <a:xfrm>
            <a:off x="3307553" y="1000463"/>
            <a:ext cx="2349996" cy="368478"/>
            <a:chOff x="3110817" y="1504021"/>
            <a:chExt cx="1935428" cy="414300"/>
          </a:xfrm>
        </p:grpSpPr>
        <p:sp>
          <p:nvSpPr>
            <p:cNvPr id="1413" name="Google Shape;1413;p93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414" name="Google Shape;1414;p93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Regulatory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15" name="Google Shape;1415;p93"/>
          <p:cNvGrpSpPr/>
          <p:nvPr/>
        </p:nvGrpSpPr>
        <p:grpSpPr>
          <a:xfrm>
            <a:off x="5719739" y="1000481"/>
            <a:ext cx="2327580" cy="368478"/>
            <a:chOff x="5285817" y="1504021"/>
            <a:chExt cx="2015221" cy="414300"/>
          </a:xfrm>
        </p:grpSpPr>
        <p:sp>
          <p:nvSpPr>
            <p:cNvPr id="1416" name="Google Shape;1416;p93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417" name="Google Shape;1417;p93"/>
            <p:cNvSpPr txBox="1"/>
            <p:nvPr/>
          </p:nvSpPr>
          <p:spPr>
            <a:xfrm>
              <a:off x="5734137" y="1509083"/>
              <a:ext cx="1566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AD • DD • Director • Audit Team • Certification Committee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18" name="Google Shape;1418;p93"/>
          <p:cNvGrpSpPr/>
          <p:nvPr/>
        </p:nvGrpSpPr>
        <p:grpSpPr>
          <a:xfrm>
            <a:off x="1000920" y="1426241"/>
            <a:ext cx="2306786" cy="368478"/>
            <a:chOff x="1047542" y="1504021"/>
            <a:chExt cx="1997218" cy="414300"/>
          </a:xfrm>
        </p:grpSpPr>
        <p:sp>
          <p:nvSpPr>
            <p:cNvPr id="1419" name="Google Shape;1419;p93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420" name="Google Shape;1420;p93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Halal Certification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21" name="Google Shape;1421;p93"/>
          <p:cNvGrpSpPr/>
          <p:nvPr/>
        </p:nvGrpSpPr>
        <p:grpSpPr>
          <a:xfrm>
            <a:off x="3307553" y="1426223"/>
            <a:ext cx="2349996" cy="368478"/>
            <a:chOff x="3110817" y="1504021"/>
            <a:chExt cx="1935428" cy="414300"/>
          </a:xfrm>
        </p:grpSpPr>
        <p:sp>
          <p:nvSpPr>
            <p:cNvPr id="1422" name="Google Shape;1422;p93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423" name="Google Shape;1423;p93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16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24" name="Google Shape;1424;p93"/>
          <p:cNvGrpSpPr/>
          <p:nvPr/>
        </p:nvGrpSpPr>
        <p:grpSpPr>
          <a:xfrm>
            <a:off x="5719739" y="1426241"/>
            <a:ext cx="2235419" cy="368478"/>
            <a:chOff x="5285817" y="1504021"/>
            <a:chExt cx="1935428" cy="414300"/>
          </a:xfrm>
        </p:grpSpPr>
        <p:sp>
          <p:nvSpPr>
            <p:cNvPr id="1425" name="Google Shape;1425;p93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426" name="Google Shape;1426;p93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86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427" name="Google Shape;1427;p93"/>
          <p:cNvSpPr/>
          <p:nvPr/>
        </p:nvSpPr>
        <p:spPr>
          <a:xfrm>
            <a:off x="879450" y="770507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8" name="Google Shape;1428;p93"/>
          <p:cNvSpPr/>
          <p:nvPr/>
        </p:nvSpPr>
        <p:spPr>
          <a:xfrm>
            <a:off x="1034626" y="2097237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29" name="Google Shape;1429;p93"/>
          <p:cNvSpPr txBox="1"/>
          <p:nvPr/>
        </p:nvSpPr>
        <p:spPr>
          <a:xfrm>
            <a:off x="1054401" y="211161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 &amp; Review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0" name="Google Shape;1430;p93"/>
          <p:cNvSpPr txBox="1"/>
          <p:nvPr/>
        </p:nvSpPr>
        <p:spPr>
          <a:xfrm>
            <a:off x="1644700" y="2258751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Customer Resubmission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431" name="Google Shape;1431;p93"/>
          <p:cNvSpPr/>
          <p:nvPr/>
        </p:nvSpPr>
        <p:spPr>
          <a:xfrm>
            <a:off x="3375613" y="2097237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2" name="Google Shape;1432;p93"/>
          <p:cNvSpPr txBox="1"/>
          <p:nvPr/>
        </p:nvSpPr>
        <p:spPr>
          <a:xfrm>
            <a:off x="3395387" y="211161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Audit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3" name="Google Shape;1433;p93"/>
          <p:cNvSpPr txBox="1"/>
          <p:nvPr/>
        </p:nvSpPr>
        <p:spPr>
          <a:xfrm>
            <a:off x="3985686" y="2258751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Stage-1 Audit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Audit Observation &amp; Compliance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Stage-2 Audit &amp; Sample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434" name="Google Shape;1434;p93"/>
          <p:cNvSpPr/>
          <p:nvPr/>
        </p:nvSpPr>
        <p:spPr>
          <a:xfrm>
            <a:off x="5704449" y="2097237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5" name="Google Shape;1435;p93"/>
          <p:cNvSpPr txBox="1"/>
          <p:nvPr/>
        </p:nvSpPr>
        <p:spPr>
          <a:xfrm>
            <a:off x="5724223" y="211161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Laboratory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6" name="Google Shape;1436;p93"/>
          <p:cNvSpPr txBox="1"/>
          <p:nvPr/>
        </p:nvSpPr>
        <p:spPr>
          <a:xfrm>
            <a:off x="6314522" y="2258751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Sample Management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Laboratory Testing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Test Reports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437" name="Google Shape;1437;p93"/>
          <p:cNvSpPr/>
          <p:nvPr/>
        </p:nvSpPr>
        <p:spPr>
          <a:xfrm>
            <a:off x="1033650" y="2599683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8" name="Google Shape;1438;p93"/>
          <p:cNvSpPr txBox="1"/>
          <p:nvPr/>
        </p:nvSpPr>
        <p:spPr>
          <a:xfrm>
            <a:off x="1053432" y="261909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Evaluation &amp; Approval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39" name="Google Shape;1439;p93"/>
          <p:cNvSpPr txBox="1"/>
          <p:nvPr/>
        </p:nvSpPr>
        <p:spPr>
          <a:xfrm>
            <a:off x="1643731" y="2793642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Technical Evaluation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Verification &amp; Approval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Certification Committee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440" name="Google Shape;1440;p93"/>
          <p:cNvSpPr/>
          <p:nvPr/>
        </p:nvSpPr>
        <p:spPr>
          <a:xfrm>
            <a:off x="3374650" y="2599558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1" name="Google Shape;1441;p93"/>
          <p:cNvSpPr txBox="1"/>
          <p:nvPr/>
        </p:nvSpPr>
        <p:spPr>
          <a:xfrm>
            <a:off x="3394418" y="263107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Compliance &amp; Certificate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2" name="Google Shape;1442;p93"/>
          <p:cNvSpPr txBox="1"/>
          <p:nvPr/>
        </p:nvSpPr>
        <p:spPr>
          <a:xfrm>
            <a:off x="3984717" y="280049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Conditional Compliance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/ License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443" name="Google Shape;1443;p93"/>
          <p:cNvSpPr/>
          <p:nvPr/>
        </p:nvSpPr>
        <p:spPr>
          <a:xfrm>
            <a:off x="5703475" y="2599558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4" name="Google Shape;1444;p93"/>
          <p:cNvSpPr txBox="1"/>
          <p:nvPr/>
        </p:nvSpPr>
        <p:spPr>
          <a:xfrm>
            <a:off x="5723254" y="2625159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 &amp; Records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5" name="Google Shape;1445;p93"/>
          <p:cNvSpPr txBox="1"/>
          <p:nvPr/>
        </p:nvSpPr>
        <p:spPr>
          <a:xfrm>
            <a:off x="6313554" y="2805499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Refusal &amp; Rejection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446" name="Google Shape;1446;p93"/>
          <p:cNvSpPr/>
          <p:nvPr/>
        </p:nvSpPr>
        <p:spPr>
          <a:xfrm>
            <a:off x="817028" y="3233187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447" name="Google Shape;144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3717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8" name="Google Shape;1448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3717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9" name="Google Shape;1449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3717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0" name="Google Shape;1450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5996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1" name="Google Shape;1451;p9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5996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2" name="Google Shape;1452;p9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59967"/>
            <a:ext cx="300900" cy="300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53" name="Google Shape;1453;p93"/>
          <p:cNvGraphicFramePr/>
          <p:nvPr/>
        </p:nvGraphicFramePr>
        <p:xfrm>
          <a:off x="916698" y="34200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Certificate Application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Certification Committee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Conditional Compliance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Stage-1 Audit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Audit Observation &amp; Compliance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Certificate / License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Stage-2 Audit &amp; Sample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Refusal &amp; 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Laboratory Testing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Technical Evaluation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15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Verification &amp; Approval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7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16</a:t>
                      </a:r>
                      <a:endParaRPr b="1" sz="7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454" name="Google Shape;1454;p9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75725" y="2285457"/>
            <a:ext cx="257079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5" name="Google Shape;1455;p9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75729" y="2812308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6" name="Google Shape;1456;p9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42307" y="2265958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7" name="Google Shape;1457;p9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42307" y="2783533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8" name="Google Shape;1458;p9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81208" y="2285391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9" name="Google Shape;1459;p9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903125" y="2781083"/>
            <a:ext cx="257075" cy="2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94"/>
          <p:cNvSpPr/>
          <p:nvPr/>
        </p:nvSpPr>
        <p:spPr>
          <a:xfrm>
            <a:off x="916676" y="1748837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94"/>
          <p:cNvSpPr/>
          <p:nvPr/>
        </p:nvSpPr>
        <p:spPr>
          <a:xfrm>
            <a:off x="902969" y="1672524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66" name="Google Shape;1466;p94"/>
          <p:cNvSpPr/>
          <p:nvPr/>
        </p:nvSpPr>
        <p:spPr>
          <a:xfrm>
            <a:off x="892501" y="684307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7" name="Google Shape;1467;p94"/>
          <p:cNvSpPr/>
          <p:nvPr/>
        </p:nvSpPr>
        <p:spPr>
          <a:xfrm>
            <a:off x="2390150" y="82275"/>
            <a:ext cx="46803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94"/>
          <p:cNvSpPr/>
          <p:nvPr/>
        </p:nvSpPr>
        <p:spPr>
          <a:xfrm>
            <a:off x="892501" y="82256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94"/>
          <p:cNvSpPr/>
          <p:nvPr/>
        </p:nvSpPr>
        <p:spPr>
          <a:xfrm>
            <a:off x="2722865" y="185441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CHEMICAL TESTING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Sample Testing • Verification • Re-Test • Report Delivery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70" name="Google Shape;1470;p94"/>
          <p:cNvSpPr txBox="1"/>
          <p:nvPr/>
        </p:nvSpPr>
        <p:spPr>
          <a:xfrm>
            <a:off x="1144502" y="198950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14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471" name="Google Shape;1471;p94"/>
          <p:cNvGrpSpPr/>
          <p:nvPr/>
        </p:nvGrpSpPr>
        <p:grpSpPr>
          <a:xfrm>
            <a:off x="1000920" y="804334"/>
            <a:ext cx="2235419" cy="368478"/>
            <a:chOff x="1047542" y="1504021"/>
            <a:chExt cx="1935428" cy="414300"/>
          </a:xfrm>
        </p:grpSpPr>
        <p:sp>
          <p:nvSpPr>
            <p:cNvPr id="1472" name="Google Shape;1472;p94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473" name="Google Shape;1473;p94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Chemical Wing Testing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74" name="Google Shape;1474;p94"/>
          <p:cNvGrpSpPr/>
          <p:nvPr/>
        </p:nvGrpSpPr>
        <p:grpSpPr>
          <a:xfrm>
            <a:off x="3307553" y="804316"/>
            <a:ext cx="2349996" cy="368478"/>
            <a:chOff x="3110817" y="1504021"/>
            <a:chExt cx="1935428" cy="414300"/>
          </a:xfrm>
        </p:grpSpPr>
        <p:sp>
          <p:nvSpPr>
            <p:cNvPr id="1475" name="Google Shape;1475;p94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476" name="Google Shape;1476;p94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Laboratory Testing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77" name="Google Shape;1477;p94"/>
          <p:cNvGrpSpPr/>
          <p:nvPr/>
        </p:nvGrpSpPr>
        <p:grpSpPr>
          <a:xfrm>
            <a:off x="5719739" y="804334"/>
            <a:ext cx="2363269" cy="368478"/>
            <a:chOff x="5285817" y="1504021"/>
            <a:chExt cx="2046121" cy="414300"/>
          </a:xfrm>
        </p:grpSpPr>
        <p:sp>
          <p:nvSpPr>
            <p:cNvPr id="1478" name="Google Shape;1478;p94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479" name="Google Shape;1479;p94"/>
            <p:cNvSpPr txBox="1"/>
            <p:nvPr/>
          </p:nvSpPr>
          <p:spPr>
            <a:xfrm>
              <a:off x="5734137" y="1509083"/>
              <a:ext cx="15978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5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 • OSS • Director (Chemical) • DD • AD • Examiner / Senior Examiner</a:t>
              </a:r>
              <a:endParaRPr sz="65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80" name="Google Shape;1480;p94"/>
          <p:cNvGrpSpPr/>
          <p:nvPr/>
        </p:nvGrpSpPr>
        <p:grpSpPr>
          <a:xfrm>
            <a:off x="1000920" y="1230094"/>
            <a:ext cx="2306786" cy="368478"/>
            <a:chOff x="1047542" y="1504021"/>
            <a:chExt cx="1997218" cy="414300"/>
          </a:xfrm>
        </p:grpSpPr>
        <p:sp>
          <p:nvSpPr>
            <p:cNvPr id="1481" name="Google Shape;1481;p94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482" name="Google Shape;1482;p94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Laboratory Testing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83" name="Google Shape;1483;p94"/>
          <p:cNvGrpSpPr/>
          <p:nvPr/>
        </p:nvGrpSpPr>
        <p:grpSpPr>
          <a:xfrm>
            <a:off x="3307553" y="1230076"/>
            <a:ext cx="2349996" cy="368478"/>
            <a:chOff x="3110817" y="1504021"/>
            <a:chExt cx="1935428" cy="414300"/>
          </a:xfrm>
        </p:grpSpPr>
        <p:sp>
          <p:nvSpPr>
            <p:cNvPr id="1484" name="Google Shape;1484;p94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485" name="Google Shape;1485;p94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20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486" name="Google Shape;1486;p94"/>
          <p:cNvGrpSpPr/>
          <p:nvPr/>
        </p:nvGrpSpPr>
        <p:grpSpPr>
          <a:xfrm>
            <a:off x="5719739" y="1230094"/>
            <a:ext cx="2235419" cy="368478"/>
            <a:chOff x="5285817" y="1504021"/>
            <a:chExt cx="1935428" cy="414300"/>
          </a:xfrm>
        </p:grpSpPr>
        <p:sp>
          <p:nvSpPr>
            <p:cNvPr id="1487" name="Google Shape;1487;p94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488" name="Google Shape;1488;p94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67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489" name="Google Shape;1489;p94"/>
          <p:cNvSpPr/>
          <p:nvPr/>
        </p:nvSpPr>
        <p:spPr>
          <a:xfrm>
            <a:off x="879450" y="574360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0" name="Google Shape;1490;p94"/>
          <p:cNvSpPr/>
          <p:nvPr/>
        </p:nvSpPr>
        <p:spPr>
          <a:xfrm>
            <a:off x="1034626" y="1901090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1" name="Google Shape;1491;p94"/>
          <p:cNvSpPr txBox="1"/>
          <p:nvPr/>
        </p:nvSpPr>
        <p:spPr>
          <a:xfrm>
            <a:off x="1054401" y="191546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Sample Management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2" name="Google Shape;1492;p94"/>
          <p:cNvSpPr txBox="1"/>
          <p:nvPr/>
        </p:nvSpPr>
        <p:spPr>
          <a:xfrm>
            <a:off x="1644700" y="206260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Sample Tracking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Resample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Sample Security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493" name="Google Shape;1493;p94"/>
          <p:cNvSpPr/>
          <p:nvPr/>
        </p:nvSpPr>
        <p:spPr>
          <a:xfrm>
            <a:off x="3375613" y="1901090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4" name="Google Shape;1494;p94"/>
          <p:cNvSpPr txBox="1"/>
          <p:nvPr/>
        </p:nvSpPr>
        <p:spPr>
          <a:xfrm>
            <a:off x="3395387" y="191546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Verification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5" name="Google Shape;1495;p94"/>
          <p:cNvSpPr txBox="1"/>
          <p:nvPr/>
        </p:nvSpPr>
        <p:spPr>
          <a:xfrm>
            <a:off x="3985686" y="206260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Multi-Level Verification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Correction &amp; Return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Re-Test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496" name="Google Shape;1496;p94"/>
          <p:cNvSpPr/>
          <p:nvPr/>
        </p:nvSpPr>
        <p:spPr>
          <a:xfrm>
            <a:off x="5704449" y="1901090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7" name="Google Shape;1497;p94"/>
          <p:cNvSpPr txBox="1"/>
          <p:nvPr/>
        </p:nvSpPr>
        <p:spPr>
          <a:xfrm>
            <a:off x="5724223" y="191546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Reporting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8" name="Google Shape;1498;p94"/>
          <p:cNvSpPr txBox="1"/>
          <p:nvPr/>
        </p:nvSpPr>
        <p:spPr>
          <a:xfrm>
            <a:off x="6314522" y="206260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Report Generation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Report Delivery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Remarks &amp; Comment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499" name="Google Shape;1499;p94"/>
          <p:cNvSpPr/>
          <p:nvPr/>
        </p:nvSpPr>
        <p:spPr>
          <a:xfrm>
            <a:off x="1033650" y="2403536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0" name="Google Shape;1500;p94"/>
          <p:cNvSpPr txBox="1"/>
          <p:nvPr/>
        </p:nvSpPr>
        <p:spPr>
          <a:xfrm>
            <a:off x="1053432" y="242294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Workflow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1" name="Google Shape;1501;p94"/>
          <p:cNvSpPr txBox="1"/>
          <p:nvPr/>
        </p:nvSpPr>
        <p:spPr>
          <a:xfrm>
            <a:off x="1643731" y="259749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 Engine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Task Management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Regional Office Workflow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502" name="Google Shape;1502;p94"/>
          <p:cNvSpPr/>
          <p:nvPr/>
        </p:nvSpPr>
        <p:spPr>
          <a:xfrm>
            <a:off x="3374650" y="2403411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3" name="Google Shape;1503;p94"/>
          <p:cNvSpPr txBox="1"/>
          <p:nvPr/>
        </p:nvSpPr>
        <p:spPr>
          <a:xfrm>
            <a:off x="3394418" y="243492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Security &amp; Access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4" name="Google Shape;1504;p94"/>
          <p:cNvSpPr txBox="1"/>
          <p:nvPr/>
        </p:nvSpPr>
        <p:spPr>
          <a:xfrm>
            <a:off x="3984717" y="260434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Access Control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Data Security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Multiple Role Management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505" name="Google Shape;1505;p94"/>
          <p:cNvSpPr/>
          <p:nvPr/>
        </p:nvSpPr>
        <p:spPr>
          <a:xfrm>
            <a:off x="5703475" y="2403411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6" name="Google Shape;1506;p94"/>
          <p:cNvSpPr txBox="1"/>
          <p:nvPr/>
        </p:nvSpPr>
        <p:spPr>
          <a:xfrm>
            <a:off x="5723254" y="242901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Monitoring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07" name="Google Shape;1507;p94"/>
          <p:cNvSpPr txBox="1"/>
          <p:nvPr/>
        </p:nvSpPr>
        <p:spPr>
          <a:xfrm>
            <a:off x="6313554" y="2609351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Dashboard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Audit &amp; Activity Log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Search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Localization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1508" name="Google Shape;1508;p94"/>
          <p:cNvGraphicFramePr/>
          <p:nvPr/>
        </p:nvGraphicFramePr>
        <p:xfrm>
          <a:off x="916698" y="316929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7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7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Tracking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6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Dashboard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6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Resample Management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6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Audit &amp; Activity Log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6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Security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6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WorkflowEngine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Multi-Level Verification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6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Search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Correction &amp; Return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6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15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Access Control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Re-Test Management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6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16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Localization</a:t>
                      </a:r>
                      <a:endParaRPr sz="6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6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6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17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Data Security</a:t>
                      </a:r>
                      <a:endParaRPr sz="6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600" u="none" cap="none" strike="noStrike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Remarks &amp; Comment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6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18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Report Delivery</a:t>
                      </a:r>
                      <a:endParaRPr sz="6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600" u="none" cap="none" strike="noStrike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Report Generation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6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19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Multiple Role Management</a:t>
                      </a:r>
                      <a:endParaRPr sz="6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600" u="none" cap="none" strike="noStrike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Task Management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6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20</a:t>
                      </a:r>
                      <a:endParaRPr b="1" sz="6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Regional Office Workflow</a:t>
                      </a:r>
                      <a:endParaRPr sz="6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6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600" u="none" cap="none" strike="noStrike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9" name="Google Shape;1509;p94"/>
          <p:cNvSpPr/>
          <p:nvPr/>
        </p:nvSpPr>
        <p:spPr>
          <a:xfrm>
            <a:off x="817028" y="2992586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10" name="Google Shape;151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84103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1" name="Google Shape;1511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84103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2" name="Google Shape;151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84103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3" name="Google Shape;1513;p9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26381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4" name="Google Shape;1514;p9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26381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5" name="Google Shape;1515;p9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26381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6" name="Google Shape;1516;p9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23475" y="2089300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7" name="Google Shape;1517;p9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23475" y="2629309"/>
            <a:ext cx="257100" cy="257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8" name="Google Shape;1518;p9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17493" y="2596746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9" name="Google Shape;1519;p9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17510" y="2105020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0" name="Google Shape;1520;p9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881188" y="2089225"/>
            <a:ext cx="257125" cy="2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1" name="Google Shape;1521;p9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81213" y="2584900"/>
            <a:ext cx="257075" cy="2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95"/>
          <p:cNvSpPr/>
          <p:nvPr/>
        </p:nvSpPr>
        <p:spPr>
          <a:xfrm>
            <a:off x="916676" y="2049368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95"/>
          <p:cNvSpPr/>
          <p:nvPr/>
        </p:nvSpPr>
        <p:spPr>
          <a:xfrm>
            <a:off x="902969" y="1973055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28" name="Google Shape;1528;p95"/>
          <p:cNvSpPr/>
          <p:nvPr/>
        </p:nvSpPr>
        <p:spPr>
          <a:xfrm>
            <a:off x="892501" y="984838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9" name="Google Shape;1529;p95"/>
          <p:cNvSpPr/>
          <p:nvPr/>
        </p:nvSpPr>
        <p:spPr>
          <a:xfrm>
            <a:off x="2390150" y="382800"/>
            <a:ext cx="47874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0" name="Google Shape;1530;p95"/>
          <p:cNvSpPr/>
          <p:nvPr/>
        </p:nvSpPr>
        <p:spPr>
          <a:xfrm>
            <a:off x="892501" y="382787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95"/>
          <p:cNvSpPr/>
          <p:nvPr/>
        </p:nvSpPr>
        <p:spPr>
          <a:xfrm>
            <a:off x="2722865" y="485972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PHYSICAL TESTING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Laboratory Testing • Sample Management • Test Results • Report Delivery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2" name="Google Shape;1532;p95"/>
          <p:cNvSpPr txBox="1"/>
          <p:nvPr/>
        </p:nvSpPr>
        <p:spPr>
          <a:xfrm>
            <a:off x="1144502" y="499481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15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533" name="Google Shape;1533;p95"/>
          <p:cNvGrpSpPr/>
          <p:nvPr/>
        </p:nvGrpSpPr>
        <p:grpSpPr>
          <a:xfrm>
            <a:off x="1000920" y="1104864"/>
            <a:ext cx="2235419" cy="368478"/>
            <a:chOff x="1047542" y="1504021"/>
            <a:chExt cx="1935428" cy="414300"/>
          </a:xfrm>
        </p:grpSpPr>
        <p:sp>
          <p:nvSpPr>
            <p:cNvPr id="1534" name="Google Shape;1534;p95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535" name="Google Shape;1535;p95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Physical Wing Testing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536" name="Google Shape;1536;p95"/>
          <p:cNvGrpSpPr/>
          <p:nvPr/>
        </p:nvGrpSpPr>
        <p:grpSpPr>
          <a:xfrm>
            <a:off x="3307553" y="1104847"/>
            <a:ext cx="2349996" cy="368478"/>
            <a:chOff x="3110817" y="1504021"/>
            <a:chExt cx="1935428" cy="414300"/>
          </a:xfrm>
        </p:grpSpPr>
        <p:sp>
          <p:nvSpPr>
            <p:cNvPr id="1537" name="Google Shape;1537;p95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538" name="Google Shape;1538;p95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Laboratory Testing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539" name="Google Shape;1539;p95"/>
          <p:cNvGrpSpPr/>
          <p:nvPr/>
        </p:nvGrpSpPr>
        <p:grpSpPr>
          <a:xfrm>
            <a:off x="5719739" y="1104864"/>
            <a:ext cx="2235419" cy="368478"/>
            <a:chOff x="5285817" y="1504021"/>
            <a:chExt cx="1935428" cy="414300"/>
          </a:xfrm>
        </p:grpSpPr>
        <p:sp>
          <p:nvSpPr>
            <p:cNvPr id="1540" name="Google Shape;1540;p95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541" name="Google Shape;1541;p95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 • OSS • Director • DD • AD • Examiner / Senior Examiner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542" name="Google Shape;1542;p95"/>
          <p:cNvGrpSpPr/>
          <p:nvPr/>
        </p:nvGrpSpPr>
        <p:grpSpPr>
          <a:xfrm>
            <a:off x="1000920" y="1530624"/>
            <a:ext cx="2306786" cy="368478"/>
            <a:chOff x="1047542" y="1504021"/>
            <a:chExt cx="1997218" cy="414300"/>
          </a:xfrm>
        </p:grpSpPr>
        <p:sp>
          <p:nvSpPr>
            <p:cNvPr id="1543" name="Google Shape;1543;p95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544" name="Google Shape;1544;p95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Physical Testing &amp; Laboratory Management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545" name="Google Shape;1545;p95"/>
          <p:cNvGrpSpPr/>
          <p:nvPr/>
        </p:nvGrpSpPr>
        <p:grpSpPr>
          <a:xfrm>
            <a:off x="3307553" y="1530607"/>
            <a:ext cx="2349996" cy="368478"/>
            <a:chOff x="3110817" y="1504021"/>
            <a:chExt cx="1935428" cy="414300"/>
          </a:xfrm>
        </p:grpSpPr>
        <p:sp>
          <p:nvSpPr>
            <p:cNvPr id="1546" name="Google Shape;1546;p95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547" name="Google Shape;1547;p95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10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548" name="Google Shape;1548;p95"/>
          <p:cNvGrpSpPr/>
          <p:nvPr/>
        </p:nvGrpSpPr>
        <p:grpSpPr>
          <a:xfrm>
            <a:off x="5719739" y="1530624"/>
            <a:ext cx="2235419" cy="368478"/>
            <a:chOff x="5285817" y="1504021"/>
            <a:chExt cx="1935428" cy="414300"/>
          </a:xfrm>
        </p:grpSpPr>
        <p:sp>
          <p:nvSpPr>
            <p:cNvPr id="1549" name="Google Shape;1549;p95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550" name="Google Shape;1550;p95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72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551" name="Google Shape;1551;p95"/>
          <p:cNvSpPr/>
          <p:nvPr/>
        </p:nvSpPr>
        <p:spPr>
          <a:xfrm>
            <a:off x="879450" y="874891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52" name="Google Shape;1552;p95"/>
          <p:cNvSpPr/>
          <p:nvPr/>
        </p:nvSpPr>
        <p:spPr>
          <a:xfrm>
            <a:off x="1034626" y="2201620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53" name="Google Shape;1553;p95"/>
          <p:cNvSpPr txBox="1"/>
          <p:nvPr/>
        </p:nvSpPr>
        <p:spPr>
          <a:xfrm>
            <a:off x="1054401" y="2215999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54" name="Google Shape;1554;p95"/>
          <p:cNvSpPr txBox="1"/>
          <p:nvPr/>
        </p:nvSpPr>
        <p:spPr>
          <a:xfrm>
            <a:off x="1644700" y="236313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&amp; Role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555" name="Google Shape;1555;p95"/>
          <p:cNvSpPr/>
          <p:nvPr/>
        </p:nvSpPr>
        <p:spPr>
          <a:xfrm>
            <a:off x="3375613" y="2201620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56" name="Google Shape;1556;p95"/>
          <p:cNvSpPr txBox="1"/>
          <p:nvPr/>
        </p:nvSpPr>
        <p:spPr>
          <a:xfrm>
            <a:off x="3395387" y="2215999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Samples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57" name="Google Shape;1557;p95"/>
          <p:cNvSpPr txBox="1"/>
          <p:nvPr/>
        </p:nvSpPr>
        <p:spPr>
          <a:xfrm>
            <a:off x="3985686" y="236313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Sample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Energy Meter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558" name="Google Shape;1558;p95"/>
          <p:cNvSpPr/>
          <p:nvPr/>
        </p:nvSpPr>
        <p:spPr>
          <a:xfrm>
            <a:off x="5704449" y="2201620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59" name="Google Shape;1559;p95"/>
          <p:cNvSpPr txBox="1"/>
          <p:nvPr/>
        </p:nvSpPr>
        <p:spPr>
          <a:xfrm>
            <a:off x="5724223" y="2226823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Testing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60" name="Google Shape;1560;p95"/>
          <p:cNvSpPr txBox="1"/>
          <p:nvPr/>
        </p:nvSpPr>
        <p:spPr>
          <a:xfrm>
            <a:off x="6314522" y="236313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Parameter Management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Test &amp; Result Management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Product &amp; Laboratory Management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561" name="Google Shape;1561;p95"/>
          <p:cNvSpPr/>
          <p:nvPr/>
        </p:nvSpPr>
        <p:spPr>
          <a:xfrm>
            <a:off x="1033650" y="2704067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62" name="Google Shape;1562;p95"/>
          <p:cNvSpPr txBox="1"/>
          <p:nvPr/>
        </p:nvSpPr>
        <p:spPr>
          <a:xfrm>
            <a:off x="1053432" y="2723479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Reporting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63" name="Google Shape;1563;p95"/>
          <p:cNvSpPr txBox="1"/>
          <p:nvPr/>
        </p:nvSpPr>
        <p:spPr>
          <a:xfrm>
            <a:off x="1643731" y="289802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Report Management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 Management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564" name="Google Shape;1564;p95"/>
          <p:cNvSpPr/>
          <p:nvPr/>
        </p:nvSpPr>
        <p:spPr>
          <a:xfrm>
            <a:off x="3374650" y="2703942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65" name="Google Shape;1565;p95"/>
          <p:cNvSpPr txBox="1"/>
          <p:nvPr/>
        </p:nvSpPr>
        <p:spPr>
          <a:xfrm>
            <a:off x="3394418" y="2735456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Workflow 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66" name="Google Shape;1566;p95"/>
          <p:cNvSpPr txBox="1"/>
          <p:nvPr/>
        </p:nvSpPr>
        <p:spPr>
          <a:xfrm>
            <a:off x="3984717" y="2904878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 Management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Role-Based Processing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567" name="Google Shape;1567;p95"/>
          <p:cNvSpPr/>
          <p:nvPr/>
        </p:nvSpPr>
        <p:spPr>
          <a:xfrm>
            <a:off x="5703475" y="2703942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68" name="Google Shape;1568;p95"/>
          <p:cNvSpPr txBox="1"/>
          <p:nvPr/>
        </p:nvSpPr>
        <p:spPr>
          <a:xfrm>
            <a:off x="5723254" y="2729543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69" name="Google Shape;1569;p95"/>
          <p:cNvSpPr txBox="1"/>
          <p:nvPr/>
        </p:nvSpPr>
        <p:spPr>
          <a:xfrm>
            <a:off x="6313554" y="2909882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&amp; Role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Testing Records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Activity Tracking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1570" name="Google Shape;1570;p95"/>
          <p:cNvGraphicFramePr/>
          <p:nvPr/>
        </p:nvGraphicFramePr>
        <p:xfrm>
          <a:off x="916698" y="35526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User &amp; Role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9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Test &amp; Result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Report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9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Energy Meter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Parameter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Product &amp; Laboratory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1571" name="Google Shape;1571;p95"/>
          <p:cNvSpPr/>
          <p:nvPr/>
        </p:nvSpPr>
        <p:spPr>
          <a:xfrm>
            <a:off x="817028" y="3337571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572" name="Google Shape;1572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141561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3" name="Google Shape;1573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141561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4" name="Google Shape;157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141561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5" name="Google Shape;1575;p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56435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6" name="Google Shape;1576;p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56435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7" name="Google Shape;1577;p9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56435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8" name="Google Shape;1578;p9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74775" y="2897325"/>
            <a:ext cx="257100" cy="257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9" name="Google Shape;1579;p9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05797" y="2393604"/>
            <a:ext cx="207900" cy="2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0" name="Google Shape;1580;p9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03125" y="2885467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1" name="Google Shape;1581;p9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74775" y="2389767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2" name="Google Shape;1582;p9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75725" y="2389841"/>
            <a:ext cx="257079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3" name="Google Shape;1583;p9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215213" y="2885379"/>
            <a:ext cx="257125" cy="25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p96"/>
          <p:cNvSpPr/>
          <p:nvPr/>
        </p:nvSpPr>
        <p:spPr>
          <a:xfrm>
            <a:off x="916676" y="1997176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9" name="Google Shape;1589;p96"/>
          <p:cNvSpPr/>
          <p:nvPr/>
        </p:nvSpPr>
        <p:spPr>
          <a:xfrm>
            <a:off x="897091" y="1920875"/>
            <a:ext cx="16437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0" name="Google Shape;1590;p96"/>
          <p:cNvSpPr/>
          <p:nvPr/>
        </p:nvSpPr>
        <p:spPr>
          <a:xfrm>
            <a:off x="892501" y="932646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1" name="Google Shape;1591;p96"/>
          <p:cNvSpPr/>
          <p:nvPr/>
        </p:nvSpPr>
        <p:spPr>
          <a:xfrm>
            <a:off x="2390150" y="330625"/>
            <a:ext cx="47424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2" name="Google Shape;1592;p96"/>
          <p:cNvSpPr/>
          <p:nvPr/>
        </p:nvSpPr>
        <p:spPr>
          <a:xfrm>
            <a:off x="892501" y="330595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3" name="Google Shape;1593;p96"/>
          <p:cNvSpPr/>
          <p:nvPr/>
        </p:nvSpPr>
        <p:spPr>
          <a:xfrm>
            <a:off x="2634260" y="433780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PHYSICAL LAB- ENERGY METER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Energy Meter Testing • Sample Collection • Result Verification • Test Report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94" name="Google Shape;1594;p96"/>
          <p:cNvSpPr txBox="1"/>
          <p:nvPr/>
        </p:nvSpPr>
        <p:spPr>
          <a:xfrm>
            <a:off x="1144502" y="44728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16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595" name="Google Shape;1595;p96"/>
          <p:cNvGrpSpPr/>
          <p:nvPr/>
        </p:nvGrpSpPr>
        <p:grpSpPr>
          <a:xfrm>
            <a:off x="1000920" y="1052673"/>
            <a:ext cx="2235419" cy="368478"/>
            <a:chOff x="1047542" y="1504021"/>
            <a:chExt cx="1935428" cy="414300"/>
          </a:xfrm>
        </p:grpSpPr>
        <p:sp>
          <p:nvSpPr>
            <p:cNvPr id="1596" name="Google Shape;1596;p96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597" name="Google Shape;1597;p96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Physical Laboratory / Energy Meter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598" name="Google Shape;1598;p96"/>
          <p:cNvGrpSpPr/>
          <p:nvPr/>
        </p:nvGrpSpPr>
        <p:grpSpPr>
          <a:xfrm>
            <a:off x="3307553" y="1052655"/>
            <a:ext cx="2349996" cy="368478"/>
            <a:chOff x="3110817" y="1504021"/>
            <a:chExt cx="1935428" cy="414300"/>
          </a:xfrm>
        </p:grpSpPr>
        <p:sp>
          <p:nvSpPr>
            <p:cNvPr id="1599" name="Google Shape;1599;p96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600" name="Google Shape;1600;p96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Laboratory Testing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601" name="Google Shape;1601;p96"/>
          <p:cNvGrpSpPr/>
          <p:nvPr/>
        </p:nvGrpSpPr>
        <p:grpSpPr>
          <a:xfrm>
            <a:off x="5719739" y="1052673"/>
            <a:ext cx="2235419" cy="368478"/>
            <a:chOff x="5285817" y="1504021"/>
            <a:chExt cx="1935428" cy="414300"/>
          </a:xfrm>
        </p:grpSpPr>
        <p:sp>
          <p:nvSpPr>
            <p:cNvPr id="1602" name="Google Shape;1602;p96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603" name="Google Shape;1603;p96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 • OSS • Director • DD • AD / Senior Examiner • Examiner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604" name="Google Shape;1604;p96"/>
          <p:cNvGrpSpPr/>
          <p:nvPr/>
        </p:nvGrpSpPr>
        <p:grpSpPr>
          <a:xfrm>
            <a:off x="1000920" y="1478432"/>
            <a:ext cx="2306786" cy="368478"/>
            <a:chOff x="1047542" y="1504021"/>
            <a:chExt cx="1997218" cy="414300"/>
          </a:xfrm>
        </p:grpSpPr>
        <p:sp>
          <p:nvSpPr>
            <p:cNvPr id="1605" name="Google Shape;1605;p96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606" name="Google Shape;1606;p96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Energy Meter Testing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607" name="Google Shape;1607;p96"/>
          <p:cNvGrpSpPr/>
          <p:nvPr/>
        </p:nvGrpSpPr>
        <p:grpSpPr>
          <a:xfrm>
            <a:off x="3307553" y="1478415"/>
            <a:ext cx="2349996" cy="368478"/>
            <a:chOff x="3110817" y="1504021"/>
            <a:chExt cx="1935428" cy="414300"/>
          </a:xfrm>
        </p:grpSpPr>
        <p:sp>
          <p:nvSpPr>
            <p:cNvPr id="1608" name="Google Shape;1608;p96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609" name="Google Shape;1609;p96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12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610" name="Google Shape;1610;p96"/>
          <p:cNvGrpSpPr/>
          <p:nvPr/>
        </p:nvGrpSpPr>
        <p:grpSpPr>
          <a:xfrm>
            <a:off x="5719739" y="1478432"/>
            <a:ext cx="2235419" cy="368478"/>
            <a:chOff x="5285817" y="1504021"/>
            <a:chExt cx="1935428" cy="414300"/>
          </a:xfrm>
        </p:grpSpPr>
        <p:sp>
          <p:nvSpPr>
            <p:cNvPr id="1611" name="Google Shape;1611;p96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612" name="Google Shape;1612;p96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71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613" name="Google Shape;1613;p96"/>
          <p:cNvSpPr/>
          <p:nvPr/>
        </p:nvSpPr>
        <p:spPr>
          <a:xfrm>
            <a:off x="879450" y="82269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4" name="Google Shape;1614;p96"/>
          <p:cNvSpPr/>
          <p:nvPr/>
        </p:nvSpPr>
        <p:spPr>
          <a:xfrm>
            <a:off x="1034626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5" name="Google Shape;1615;p96"/>
          <p:cNvSpPr txBox="1"/>
          <p:nvPr/>
        </p:nvSpPr>
        <p:spPr>
          <a:xfrm>
            <a:off x="1054401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 &amp; Shortfall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6" name="Google Shape;1616;p96"/>
          <p:cNvSpPr txBox="1"/>
          <p:nvPr/>
        </p:nvSpPr>
        <p:spPr>
          <a:xfrm>
            <a:off x="1644700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&amp; Role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617" name="Google Shape;1617;p96"/>
          <p:cNvSpPr/>
          <p:nvPr/>
        </p:nvSpPr>
        <p:spPr>
          <a:xfrm>
            <a:off x="3375613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8" name="Google Shape;1618;p96"/>
          <p:cNvSpPr txBox="1"/>
          <p:nvPr/>
        </p:nvSpPr>
        <p:spPr>
          <a:xfrm>
            <a:off x="3395387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Sample Collection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19" name="Google Shape;1619;p96"/>
          <p:cNvSpPr txBox="1"/>
          <p:nvPr/>
        </p:nvSpPr>
        <p:spPr>
          <a:xfrm>
            <a:off x="3985686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Sample Collection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Energy Meter Information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620" name="Google Shape;1620;p96"/>
          <p:cNvSpPr/>
          <p:nvPr/>
        </p:nvSpPr>
        <p:spPr>
          <a:xfrm>
            <a:off x="5704449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1" name="Google Shape;1621;p96"/>
          <p:cNvSpPr txBox="1"/>
          <p:nvPr/>
        </p:nvSpPr>
        <p:spPr>
          <a:xfrm>
            <a:off x="5724223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Testing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2" name="Google Shape;1622;p96"/>
          <p:cNvSpPr txBox="1"/>
          <p:nvPr/>
        </p:nvSpPr>
        <p:spPr>
          <a:xfrm>
            <a:off x="6314522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Energy Meter Testing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Test Result Entry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Retest Management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623" name="Google Shape;1623;p96"/>
          <p:cNvSpPr/>
          <p:nvPr/>
        </p:nvSpPr>
        <p:spPr>
          <a:xfrm>
            <a:off x="1033650" y="265187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4" name="Google Shape;1624;p96"/>
          <p:cNvSpPr txBox="1"/>
          <p:nvPr/>
        </p:nvSpPr>
        <p:spPr>
          <a:xfrm>
            <a:off x="1053432" y="267128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Verification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5" name="Google Shape;1625;p96"/>
          <p:cNvSpPr txBox="1"/>
          <p:nvPr/>
        </p:nvSpPr>
        <p:spPr>
          <a:xfrm>
            <a:off x="1643731" y="284583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Result Verification &amp; Approval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 Management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626" name="Google Shape;1626;p96"/>
          <p:cNvSpPr/>
          <p:nvPr/>
        </p:nvSpPr>
        <p:spPr>
          <a:xfrm>
            <a:off x="3374650" y="265175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7" name="Google Shape;1627;p96"/>
          <p:cNvSpPr txBox="1"/>
          <p:nvPr/>
        </p:nvSpPr>
        <p:spPr>
          <a:xfrm>
            <a:off x="3394418" y="268326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Reporting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28" name="Google Shape;1628;p96"/>
          <p:cNvSpPr txBox="1"/>
          <p:nvPr/>
        </p:nvSpPr>
        <p:spPr>
          <a:xfrm>
            <a:off x="3984717" y="285268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Test Report Management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 Management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629" name="Google Shape;1629;p96"/>
          <p:cNvSpPr/>
          <p:nvPr/>
        </p:nvSpPr>
        <p:spPr>
          <a:xfrm>
            <a:off x="5703475" y="265175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0" name="Google Shape;1630;p96"/>
          <p:cNvSpPr txBox="1"/>
          <p:nvPr/>
        </p:nvSpPr>
        <p:spPr>
          <a:xfrm>
            <a:off x="5723254" y="267735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Tracking &amp; Audit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31" name="Google Shape;1631;p96"/>
          <p:cNvSpPr txBox="1"/>
          <p:nvPr/>
        </p:nvSpPr>
        <p:spPr>
          <a:xfrm>
            <a:off x="6313554" y="285769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Tracking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Sample Tracking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Test Result Tracking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Activity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1632" name="Google Shape;1632;p96"/>
          <p:cNvGraphicFramePr/>
          <p:nvPr/>
        </p:nvGraphicFramePr>
        <p:xfrm>
          <a:off x="916698" y="3500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User &amp; Role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Retest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Test Report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Collection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Energy Meter Testing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Energy Meter Information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Result Verification &amp; Approval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Tracking &amp; Audit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 u="none" cap="none" strike="noStrike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33" name="Google Shape;1633;p96"/>
          <p:cNvSpPr/>
          <p:nvPr/>
        </p:nvSpPr>
        <p:spPr>
          <a:xfrm>
            <a:off x="817028" y="328537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34" name="Google Shape;163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5" name="Google Shape;1635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6" name="Google Shape;1636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7" name="Google Shape;1637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8" name="Google Shape;1638;p9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9" name="Google Shape;1639;p9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0" name="Google Shape;1640;p9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75725" y="2337649"/>
            <a:ext cx="257079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1" name="Google Shape;1641;p9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74775" y="2337575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2" name="Google Shape;1642;p9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05797" y="2341413"/>
            <a:ext cx="207900" cy="20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3" name="Google Shape;1643;p9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26360" y="2833208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4" name="Google Shape;1644;p9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612638" y="2845113"/>
            <a:ext cx="257125" cy="2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5" name="Google Shape;1645;p96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81206" y="2833275"/>
            <a:ext cx="257075" cy="2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9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97"/>
          <p:cNvSpPr/>
          <p:nvPr/>
        </p:nvSpPr>
        <p:spPr>
          <a:xfrm>
            <a:off x="916674" y="1660372"/>
            <a:ext cx="7130700" cy="11253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1" name="Google Shape;1651;p97"/>
          <p:cNvSpPr/>
          <p:nvPr/>
        </p:nvSpPr>
        <p:spPr>
          <a:xfrm>
            <a:off x="897086" y="1589302"/>
            <a:ext cx="1649400" cy="162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52" name="Google Shape;1652;p97"/>
          <p:cNvSpPr/>
          <p:nvPr/>
        </p:nvSpPr>
        <p:spPr>
          <a:xfrm>
            <a:off x="892499" y="668826"/>
            <a:ext cx="7130700" cy="894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97"/>
          <p:cNvSpPr/>
          <p:nvPr/>
        </p:nvSpPr>
        <p:spPr>
          <a:xfrm>
            <a:off x="2390150" y="108075"/>
            <a:ext cx="4720500" cy="411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97"/>
          <p:cNvSpPr/>
          <p:nvPr/>
        </p:nvSpPr>
        <p:spPr>
          <a:xfrm>
            <a:off x="892499" y="108051"/>
            <a:ext cx="1720200" cy="4110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5" name="Google Shape;1655;p97"/>
          <p:cNvSpPr/>
          <p:nvPr/>
        </p:nvSpPr>
        <p:spPr>
          <a:xfrm>
            <a:off x="2641642" y="204161"/>
            <a:ext cx="47874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MSC CERTIFICATION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Management System Certification • Audit • Corrective Action • Certification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56" name="Google Shape;1656;p97"/>
          <p:cNvSpPr txBox="1"/>
          <p:nvPr/>
        </p:nvSpPr>
        <p:spPr>
          <a:xfrm>
            <a:off x="1144499" y="216744"/>
            <a:ext cx="12162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17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657" name="Google Shape;1657;p97"/>
          <p:cNvGrpSpPr/>
          <p:nvPr/>
        </p:nvGrpSpPr>
        <p:grpSpPr>
          <a:xfrm>
            <a:off x="1000917" y="780587"/>
            <a:ext cx="2235419" cy="343206"/>
            <a:chOff x="1047542" y="1504021"/>
            <a:chExt cx="1935428" cy="414300"/>
          </a:xfrm>
        </p:grpSpPr>
        <p:sp>
          <p:nvSpPr>
            <p:cNvPr id="1658" name="Google Shape;1658;p97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659" name="Google Shape;1659;p97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Management System Certification (MSC)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660" name="Google Shape;1660;p97"/>
          <p:cNvGrpSpPr/>
          <p:nvPr/>
        </p:nvGrpSpPr>
        <p:grpSpPr>
          <a:xfrm>
            <a:off x="3307550" y="780571"/>
            <a:ext cx="2349996" cy="343206"/>
            <a:chOff x="3110817" y="1504021"/>
            <a:chExt cx="1935428" cy="414300"/>
          </a:xfrm>
        </p:grpSpPr>
        <p:sp>
          <p:nvSpPr>
            <p:cNvPr id="1661" name="Google Shape;1661;p97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662" name="Google Shape;1662;p97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Certification / Audit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663" name="Google Shape;1663;p97"/>
          <p:cNvGrpSpPr/>
          <p:nvPr/>
        </p:nvGrpSpPr>
        <p:grpSpPr>
          <a:xfrm>
            <a:off x="5719785" y="739703"/>
            <a:ext cx="2327580" cy="411068"/>
            <a:chOff x="5285817" y="1504021"/>
            <a:chExt cx="2015221" cy="414300"/>
          </a:xfrm>
        </p:grpSpPr>
        <p:sp>
          <p:nvSpPr>
            <p:cNvPr id="1664" name="Google Shape;1664;p97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665" name="Google Shape;1665;p97"/>
            <p:cNvSpPr txBox="1"/>
            <p:nvPr/>
          </p:nvSpPr>
          <p:spPr>
            <a:xfrm>
              <a:off x="5734137" y="1509083"/>
              <a:ext cx="1566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 • DD (DC) • DCO • IAO • DD (IA) • Head of MSC • Audit Team • DG • Certification Committee</a:t>
              </a:r>
              <a:endParaRPr sz="6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666" name="Google Shape;1666;p97"/>
          <p:cNvGrpSpPr/>
          <p:nvPr/>
        </p:nvGrpSpPr>
        <p:grpSpPr>
          <a:xfrm>
            <a:off x="1000917" y="1177158"/>
            <a:ext cx="2306786" cy="343206"/>
            <a:chOff x="1047542" y="1504021"/>
            <a:chExt cx="1997218" cy="414300"/>
          </a:xfrm>
        </p:grpSpPr>
        <p:sp>
          <p:nvSpPr>
            <p:cNvPr id="1667" name="Google Shape;1667;p97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668" name="Google Shape;1668;p97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Complete MSC Certification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669" name="Google Shape;1669;p97"/>
          <p:cNvGrpSpPr/>
          <p:nvPr/>
        </p:nvGrpSpPr>
        <p:grpSpPr>
          <a:xfrm>
            <a:off x="3307550" y="1177142"/>
            <a:ext cx="2349996" cy="343206"/>
            <a:chOff x="3110817" y="1504021"/>
            <a:chExt cx="1935428" cy="414300"/>
          </a:xfrm>
        </p:grpSpPr>
        <p:sp>
          <p:nvSpPr>
            <p:cNvPr id="1670" name="Google Shape;1670;p97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671" name="Google Shape;1671;p97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24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672" name="Google Shape;1672;p97"/>
          <p:cNvGrpSpPr/>
          <p:nvPr/>
        </p:nvGrpSpPr>
        <p:grpSpPr>
          <a:xfrm>
            <a:off x="5719736" y="1177158"/>
            <a:ext cx="2235419" cy="343206"/>
            <a:chOff x="5285817" y="1504021"/>
            <a:chExt cx="1935428" cy="414300"/>
          </a:xfrm>
        </p:grpSpPr>
        <p:sp>
          <p:nvSpPr>
            <p:cNvPr id="1673" name="Google Shape;1673;p97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674" name="Google Shape;1674;p97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174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675" name="Google Shape;1675;p97"/>
          <p:cNvSpPr/>
          <p:nvPr/>
        </p:nvSpPr>
        <p:spPr>
          <a:xfrm>
            <a:off x="879447" y="566416"/>
            <a:ext cx="1603800" cy="1803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6" name="Google Shape;1676;p97"/>
          <p:cNvSpPr/>
          <p:nvPr/>
        </p:nvSpPr>
        <p:spPr>
          <a:xfrm>
            <a:off x="1034624" y="1802187"/>
            <a:ext cx="2201700" cy="4551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7" name="Google Shape;1677;p97"/>
          <p:cNvSpPr txBox="1"/>
          <p:nvPr/>
        </p:nvSpPr>
        <p:spPr>
          <a:xfrm>
            <a:off x="1054398" y="1815579"/>
            <a:ext cx="19995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8" name="Google Shape;1678;p97"/>
          <p:cNvSpPr txBox="1"/>
          <p:nvPr/>
        </p:nvSpPr>
        <p:spPr>
          <a:xfrm>
            <a:off x="1644697" y="1952628"/>
            <a:ext cx="1603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Msc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 &amp; Documents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Adequacy Audit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679" name="Google Shape;1679;p97"/>
          <p:cNvSpPr/>
          <p:nvPr/>
        </p:nvSpPr>
        <p:spPr>
          <a:xfrm>
            <a:off x="3375610" y="1802187"/>
            <a:ext cx="2201700" cy="4551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0" name="Google Shape;1680;p97"/>
          <p:cNvSpPr txBox="1"/>
          <p:nvPr/>
        </p:nvSpPr>
        <p:spPr>
          <a:xfrm>
            <a:off x="3395385" y="1815579"/>
            <a:ext cx="19995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Agreement &amp; Planning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1" name="Google Shape;1681;p97"/>
          <p:cNvSpPr txBox="1"/>
          <p:nvPr/>
        </p:nvSpPr>
        <p:spPr>
          <a:xfrm>
            <a:off x="3985684" y="1952628"/>
            <a:ext cx="1603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Acceptance &amp; Agreement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Man-Day Calculation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Audit Scheduling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682" name="Google Shape;1682;p97"/>
          <p:cNvSpPr/>
          <p:nvPr/>
        </p:nvSpPr>
        <p:spPr>
          <a:xfrm>
            <a:off x="5704447" y="1802187"/>
            <a:ext cx="2201700" cy="4551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3" name="Google Shape;1683;p97"/>
          <p:cNvSpPr txBox="1"/>
          <p:nvPr/>
        </p:nvSpPr>
        <p:spPr>
          <a:xfrm>
            <a:off x="5724221" y="1801662"/>
            <a:ext cx="19995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Audit &amp; Corrective Action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4" name="Google Shape;1684;p97"/>
          <p:cNvSpPr txBox="1"/>
          <p:nvPr/>
        </p:nvSpPr>
        <p:spPr>
          <a:xfrm>
            <a:off x="6314521" y="1956107"/>
            <a:ext cx="1603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Stage-1 Audit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Corrective Action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Stage-2 Audit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Findings Closure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685" name="Google Shape;1685;p97"/>
          <p:cNvSpPr/>
          <p:nvPr/>
        </p:nvSpPr>
        <p:spPr>
          <a:xfrm>
            <a:off x="1033647" y="2270186"/>
            <a:ext cx="2201700" cy="491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6" name="Google Shape;1686;p97"/>
          <p:cNvSpPr txBox="1"/>
          <p:nvPr/>
        </p:nvSpPr>
        <p:spPr>
          <a:xfrm>
            <a:off x="1053429" y="2282063"/>
            <a:ext cx="19995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Certification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7" name="Google Shape;1687;p97"/>
          <p:cNvSpPr txBox="1"/>
          <p:nvPr/>
        </p:nvSpPr>
        <p:spPr>
          <a:xfrm>
            <a:off x="1643729" y="2450847"/>
            <a:ext cx="1603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Technical Proposal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Billing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Certification Committee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Minutes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688" name="Google Shape;1688;p97"/>
          <p:cNvSpPr/>
          <p:nvPr/>
        </p:nvSpPr>
        <p:spPr>
          <a:xfrm>
            <a:off x="3374648" y="2270070"/>
            <a:ext cx="2201700" cy="491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9" name="Google Shape;1689;p97"/>
          <p:cNvSpPr txBox="1"/>
          <p:nvPr/>
        </p:nvSpPr>
        <p:spPr>
          <a:xfrm>
            <a:off x="3394416" y="2299423"/>
            <a:ext cx="19995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Certificate &amp; Follow-Up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90" name="Google Shape;1690;p97"/>
          <p:cNvSpPr txBox="1"/>
          <p:nvPr/>
        </p:nvSpPr>
        <p:spPr>
          <a:xfrm>
            <a:off x="3984715" y="2457230"/>
            <a:ext cx="16038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Generation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Rejection / Rework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Follow-Up Audit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691" name="Google Shape;1691;p97"/>
          <p:cNvSpPr/>
          <p:nvPr/>
        </p:nvSpPr>
        <p:spPr>
          <a:xfrm>
            <a:off x="5703473" y="2270069"/>
            <a:ext cx="2201700" cy="504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92" name="Google Shape;1692;p97"/>
          <p:cNvSpPr txBox="1"/>
          <p:nvPr/>
        </p:nvSpPr>
        <p:spPr>
          <a:xfrm>
            <a:off x="5723252" y="2270851"/>
            <a:ext cx="1999500" cy="1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Digital 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93" name="Google Shape;1693;p97"/>
          <p:cNvSpPr txBox="1"/>
          <p:nvPr/>
        </p:nvSpPr>
        <p:spPr>
          <a:xfrm>
            <a:off x="6325726" y="2453376"/>
            <a:ext cx="8409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5250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00"/>
              <a:buFont typeface="Nunito Medium"/>
              <a:buChar char="❏"/>
            </a:pPr>
            <a:r>
              <a:rPr lang="en" sz="600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600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5250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00"/>
              <a:buFont typeface="Nunito Medium"/>
              <a:buChar char="❏"/>
            </a:pPr>
            <a:r>
              <a:rPr lang="en" sz="600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600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5250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00"/>
              <a:buFont typeface="Nunito Medium"/>
              <a:buChar char="❏"/>
            </a:pPr>
            <a:r>
              <a:rPr lang="en" sz="600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Tracking</a:t>
            </a:r>
            <a:endParaRPr sz="600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1694" name="Google Shape;1694;p97"/>
          <p:cNvGraphicFramePr/>
          <p:nvPr/>
        </p:nvGraphicFramePr>
        <p:xfrm>
          <a:off x="916698" y="30108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6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6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6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MSC Application Management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55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Certification Committee Meeting Management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Payment and Document Management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55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Certification Committee Minutes Management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and Adequacy Audit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55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15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MSC Certificate Generation and Approval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Acceptance and Agreement Management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55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16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Rejection, Rework and Follow-Up Audit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Man-Day Calculation and Audit Scheduling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55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17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and Approval Management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Stage-1 Audit Management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55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18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and Communication Management Module</a:t>
                      </a:r>
                      <a:endParaRPr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Corrective Action Management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9</a:t>
                      </a:r>
                      <a:endParaRPr b="1" sz="55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19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and Workflow Tracking Module</a:t>
                      </a:r>
                      <a:endParaRPr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Stage-2 Audit Notice and Scheduling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55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20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MSC Reports and Dashboard Module</a:t>
                      </a:r>
                      <a:endParaRPr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9</a:t>
                      </a:r>
                      <a:endParaRPr b="1"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Stage-2 Audit Management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55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21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Audit Trail and Activity Log Module</a:t>
                      </a:r>
                      <a:endParaRPr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Stage-2 Corrective Action and Findings Closure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8</a:t>
                      </a:r>
                      <a:endParaRPr b="1" sz="55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22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Role-Based User and Access Management Module</a:t>
                      </a:r>
                      <a:endParaRPr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84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Initial Certification Proposal Management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55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23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External Integration Management Module</a:t>
                      </a:r>
                      <a:endParaRPr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Audit and Certification Billing Module</a:t>
                      </a:r>
                      <a:endParaRPr sz="55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9</a:t>
                      </a:r>
                      <a:endParaRPr b="1" sz="55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24</a:t>
                      </a:r>
                      <a:endParaRPr b="1" sz="55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Certificate Verification and QR Code</a:t>
                      </a:r>
                      <a:endParaRPr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550"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55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95" name="Google Shape;1695;p97"/>
          <p:cNvSpPr/>
          <p:nvPr/>
        </p:nvSpPr>
        <p:spPr>
          <a:xfrm>
            <a:off x="817025" y="2835383"/>
            <a:ext cx="1603800" cy="1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96" name="Google Shape;169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897" y="814803"/>
            <a:ext cx="300900" cy="280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7" name="Google Shape;1697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598" y="814803"/>
            <a:ext cx="300900" cy="280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8" name="Google Shape;1698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298" y="814803"/>
            <a:ext cx="300900" cy="280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9" name="Google Shape;1699;p9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298" y="1208607"/>
            <a:ext cx="300900" cy="280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0" name="Google Shape;1700;p9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598" y="1208607"/>
            <a:ext cx="300900" cy="280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1" name="Google Shape;1701;p9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897" y="1208607"/>
            <a:ext cx="300900" cy="280270"/>
          </a:xfrm>
          <a:prstGeom prst="rect">
            <a:avLst/>
          </a:prstGeom>
          <a:noFill/>
          <a:ln>
            <a:noFill/>
          </a:ln>
        </p:spPr>
      </p:pic>
      <p:sp>
        <p:nvSpPr>
          <p:cNvPr id="1702" name="Google Shape;1702;p97"/>
          <p:cNvSpPr txBox="1"/>
          <p:nvPr/>
        </p:nvSpPr>
        <p:spPr>
          <a:xfrm>
            <a:off x="7070501" y="2452326"/>
            <a:ext cx="840900" cy="25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5250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00"/>
              <a:buFont typeface="Nunito Medium"/>
              <a:buChar char="❏"/>
            </a:pPr>
            <a:r>
              <a:rPr lang="en" sz="600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Dashboard</a:t>
            </a:r>
            <a:endParaRPr sz="600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5250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00"/>
              <a:buFont typeface="Nunito Medium"/>
              <a:buChar char="❏"/>
            </a:pPr>
            <a:r>
              <a:rPr lang="en" sz="600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• Audit Trail</a:t>
            </a:r>
            <a:endParaRPr sz="600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5250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00"/>
              <a:buFont typeface="Nunito Medium"/>
              <a:buChar char="❏"/>
            </a:pPr>
            <a:r>
              <a:rPr lang="en" sz="600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• Qr Verification</a:t>
            </a:r>
            <a:endParaRPr sz="600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pic>
        <p:nvPicPr>
          <p:cNvPr id="1703" name="Google Shape;1703;p9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60601" y="1974574"/>
            <a:ext cx="257079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4" name="Google Shape;1704;p9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78361" y="2456191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5" name="Google Shape;1705;p9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22196" y="2455454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6" name="Google Shape;1706;p9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13613" y="1968575"/>
            <a:ext cx="257075" cy="25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7" name="Google Shape;1707;p9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03106" y="1961613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8" name="Google Shape;1708;p97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5895311" y="2472114"/>
            <a:ext cx="257075" cy="25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2" name="Shape 1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3" name="Google Shape;1713;p98"/>
          <p:cNvSpPr/>
          <p:nvPr/>
        </p:nvSpPr>
        <p:spPr>
          <a:xfrm>
            <a:off x="916676" y="1892792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4" name="Google Shape;1714;p98"/>
          <p:cNvSpPr/>
          <p:nvPr/>
        </p:nvSpPr>
        <p:spPr>
          <a:xfrm>
            <a:off x="902969" y="1816479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15" name="Google Shape;1715;p98"/>
          <p:cNvSpPr/>
          <p:nvPr/>
        </p:nvSpPr>
        <p:spPr>
          <a:xfrm>
            <a:off x="892501" y="828263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6" name="Google Shape;1716;p98"/>
          <p:cNvSpPr/>
          <p:nvPr/>
        </p:nvSpPr>
        <p:spPr>
          <a:xfrm>
            <a:off x="2390150" y="226241"/>
            <a:ext cx="47130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98"/>
          <p:cNvSpPr/>
          <p:nvPr/>
        </p:nvSpPr>
        <p:spPr>
          <a:xfrm>
            <a:off x="892501" y="226212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98"/>
          <p:cNvSpPr/>
          <p:nvPr/>
        </p:nvSpPr>
        <p:spPr>
          <a:xfrm>
            <a:off x="2722865" y="329397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MSC RE-CERTIFICATION MANAGEMENT SYSTEM</a:t>
            </a:r>
            <a:endParaRPr b="1" sz="13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Re-certification • Audit • Corrective Action • Certification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19" name="Google Shape;1719;p98"/>
          <p:cNvSpPr txBox="1"/>
          <p:nvPr/>
        </p:nvSpPr>
        <p:spPr>
          <a:xfrm>
            <a:off x="1144502" y="342905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18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720" name="Google Shape;1720;p98"/>
          <p:cNvGrpSpPr/>
          <p:nvPr/>
        </p:nvGrpSpPr>
        <p:grpSpPr>
          <a:xfrm>
            <a:off x="1000920" y="948289"/>
            <a:ext cx="2235419" cy="368478"/>
            <a:chOff x="1047542" y="1504021"/>
            <a:chExt cx="1935428" cy="414300"/>
          </a:xfrm>
        </p:grpSpPr>
        <p:sp>
          <p:nvSpPr>
            <p:cNvPr id="1721" name="Google Shape;1721;p98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722" name="Google Shape;1722;p98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Management System Certification (MSC)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723" name="Google Shape;1723;p98"/>
          <p:cNvGrpSpPr/>
          <p:nvPr/>
        </p:nvGrpSpPr>
        <p:grpSpPr>
          <a:xfrm>
            <a:off x="3307553" y="948272"/>
            <a:ext cx="2349996" cy="368478"/>
            <a:chOff x="3110817" y="1504021"/>
            <a:chExt cx="1935428" cy="414300"/>
          </a:xfrm>
        </p:grpSpPr>
        <p:sp>
          <p:nvSpPr>
            <p:cNvPr id="1724" name="Google Shape;1724;p98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725" name="Google Shape;1725;p98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Certification / Audit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726" name="Google Shape;1726;p98"/>
          <p:cNvGrpSpPr/>
          <p:nvPr/>
        </p:nvGrpSpPr>
        <p:grpSpPr>
          <a:xfrm>
            <a:off x="5719750" y="921291"/>
            <a:ext cx="2327570" cy="395592"/>
            <a:chOff x="5285826" y="1473666"/>
            <a:chExt cx="2015212" cy="444785"/>
          </a:xfrm>
        </p:grpSpPr>
        <p:sp>
          <p:nvSpPr>
            <p:cNvPr id="1727" name="Google Shape;1727;p98"/>
            <p:cNvSpPr/>
            <p:nvPr/>
          </p:nvSpPr>
          <p:spPr>
            <a:xfrm>
              <a:off x="5285826" y="1478951"/>
              <a:ext cx="1912500" cy="4395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728" name="Google Shape;1728;p98"/>
            <p:cNvSpPr txBox="1"/>
            <p:nvPr/>
          </p:nvSpPr>
          <p:spPr>
            <a:xfrm>
              <a:off x="5734138" y="1473666"/>
              <a:ext cx="1566900" cy="43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 • DD (DC) • DCO • DD (IA) • Head of MSC • Audit Team • Certification Committee</a:t>
              </a:r>
              <a:endParaRPr sz="6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729" name="Google Shape;1729;p98"/>
          <p:cNvGrpSpPr/>
          <p:nvPr/>
        </p:nvGrpSpPr>
        <p:grpSpPr>
          <a:xfrm>
            <a:off x="1000920" y="1374049"/>
            <a:ext cx="2306786" cy="368478"/>
            <a:chOff x="1047542" y="1504021"/>
            <a:chExt cx="1997218" cy="414300"/>
          </a:xfrm>
        </p:grpSpPr>
        <p:sp>
          <p:nvSpPr>
            <p:cNvPr id="1730" name="Google Shape;1730;p98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731" name="Google Shape;1731;p98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Complete MSC Re-certification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732" name="Google Shape;1732;p98"/>
          <p:cNvGrpSpPr/>
          <p:nvPr/>
        </p:nvGrpSpPr>
        <p:grpSpPr>
          <a:xfrm>
            <a:off x="3307553" y="1374032"/>
            <a:ext cx="2349996" cy="368478"/>
            <a:chOff x="3110817" y="1504021"/>
            <a:chExt cx="1935428" cy="414300"/>
          </a:xfrm>
        </p:grpSpPr>
        <p:sp>
          <p:nvSpPr>
            <p:cNvPr id="1733" name="Google Shape;1733;p98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734" name="Google Shape;1734;p98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14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735" name="Google Shape;1735;p98"/>
          <p:cNvGrpSpPr/>
          <p:nvPr/>
        </p:nvGrpSpPr>
        <p:grpSpPr>
          <a:xfrm>
            <a:off x="5719739" y="1374049"/>
            <a:ext cx="2235419" cy="368478"/>
            <a:chOff x="5285817" y="1504021"/>
            <a:chExt cx="1935428" cy="414300"/>
          </a:xfrm>
        </p:grpSpPr>
        <p:sp>
          <p:nvSpPr>
            <p:cNvPr id="1736" name="Google Shape;1736;p98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737" name="Google Shape;1737;p98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136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738" name="Google Shape;1738;p98"/>
          <p:cNvSpPr/>
          <p:nvPr/>
        </p:nvSpPr>
        <p:spPr>
          <a:xfrm>
            <a:off x="879450" y="718315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39" name="Google Shape;1739;p98"/>
          <p:cNvSpPr/>
          <p:nvPr/>
        </p:nvSpPr>
        <p:spPr>
          <a:xfrm>
            <a:off x="1034626" y="2045045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0" name="Google Shape;1740;p98"/>
          <p:cNvSpPr txBox="1"/>
          <p:nvPr/>
        </p:nvSpPr>
        <p:spPr>
          <a:xfrm>
            <a:off x="1054401" y="2059423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1" name="Google Shape;1741;p98"/>
          <p:cNvSpPr txBox="1"/>
          <p:nvPr/>
        </p:nvSpPr>
        <p:spPr>
          <a:xfrm>
            <a:off x="1644700" y="220656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Re-Certification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Review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Agreement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742" name="Google Shape;1742;p98"/>
          <p:cNvSpPr/>
          <p:nvPr/>
        </p:nvSpPr>
        <p:spPr>
          <a:xfrm>
            <a:off x="3375613" y="2045045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3" name="Google Shape;1743;p98"/>
          <p:cNvSpPr txBox="1"/>
          <p:nvPr/>
        </p:nvSpPr>
        <p:spPr>
          <a:xfrm>
            <a:off x="3395387" y="2059423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Audit Planning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4" name="Google Shape;1744;p98"/>
          <p:cNvSpPr txBox="1"/>
          <p:nvPr/>
        </p:nvSpPr>
        <p:spPr>
          <a:xfrm>
            <a:off x="3985686" y="220656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Man-Day Calculation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Auditor Assignment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Audit Scheduling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745" name="Google Shape;1745;p98"/>
          <p:cNvSpPr/>
          <p:nvPr/>
        </p:nvSpPr>
        <p:spPr>
          <a:xfrm>
            <a:off x="5704449" y="2045045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6" name="Google Shape;1746;p98"/>
          <p:cNvSpPr txBox="1"/>
          <p:nvPr/>
        </p:nvSpPr>
        <p:spPr>
          <a:xfrm>
            <a:off x="5724223" y="204821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Audit &amp; Findings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7" name="Google Shape;1747;p98"/>
          <p:cNvSpPr txBox="1"/>
          <p:nvPr/>
        </p:nvSpPr>
        <p:spPr>
          <a:xfrm>
            <a:off x="6314522" y="220656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Re-Certification Audit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Audit Findings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Corrective Action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Improvement Notice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748" name="Google Shape;1748;p98"/>
          <p:cNvSpPr/>
          <p:nvPr/>
        </p:nvSpPr>
        <p:spPr>
          <a:xfrm>
            <a:off x="1033650" y="2547492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49" name="Google Shape;1749;p98"/>
          <p:cNvSpPr txBox="1"/>
          <p:nvPr/>
        </p:nvSpPr>
        <p:spPr>
          <a:xfrm>
            <a:off x="1053432" y="256690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Technical Review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0" name="Google Shape;1750;p98"/>
          <p:cNvSpPr txBox="1"/>
          <p:nvPr/>
        </p:nvSpPr>
        <p:spPr>
          <a:xfrm>
            <a:off x="1643731" y="274145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Technical Review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Certification Proposal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Committee Management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751" name="Google Shape;1751;p98"/>
          <p:cNvSpPr/>
          <p:nvPr/>
        </p:nvSpPr>
        <p:spPr>
          <a:xfrm>
            <a:off x="3374650" y="2547367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2" name="Google Shape;1752;p98"/>
          <p:cNvSpPr txBox="1"/>
          <p:nvPr/>
        </p:nvSpPr>
        <p:spPr>
          <a:xfrm>
            <a:off x="3394418" y="2578880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Certification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3" name="Google Shape;1753;p98"/>
          <p:cNvSpPr txBox="1"/>
          <p:nvPr/>
        </p:nvSpPr>
        <p:spPr>
          <a:xfrm>
            <a:off x="3984717" y="274830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 Processing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&amp; Document Management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Rejection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754" name="Google Shape;1754;p98"/>
          <p:cNvSpPr/>
          <p:nvPr/>
        </p:nvSpPr>
        <p:spPr>
          <a:xfrm>
            <a:off x="5703475" y="2547366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5" name="Google Shape;1755;p98"/>
          <p:cNvSpPr txBox="1"/>
          <p:nvPr/>
        </p:nvSpPr>
        <p:spPr>
          <a:xfrm>
            <a:off x="5723254" y="257296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6" name="Google Shape;1756;p98"/>
          <p:cNvSpPr txBox="1"/>
          <p:nvPr/>
        </p:nvSpPr>
        <p:spPr>
          <a:xfrm>
            <a:off x="6313554" y="275330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Tracking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Audit Trail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1757" name="Google Shape;1757;p98"/>
          <p:cNvGraphicFramePr/>
          <p:nvPr/>
        </p:nvGraphicFramePr>
        <p:xfrm>
          <a:off x="916698" y="339605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Re-certification Application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Certification Committee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9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Agreement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Audit Planning &amp; Scheduling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Certificate &amp; Document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Re-certification Audit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9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Audit Findings &amp; Corrective Action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/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Improvement Notice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Module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Technical Review &amp; Proposal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 Module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58" name="Google Shape;1758;p98"/>
          <p:cNvSpPr/>
          <p:nvPr/>
        </p:nvSpPr>
        <p:spPr>
          <a:xfrm>
            <a:off x="817028" y="3180995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759" name="Google Shape;1759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984985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0" name="Google Shape;1760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984985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1" name="Google Shape;1761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984985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2" name="Google Shape;1762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07775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3" name="Google Shape;1763;p9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07775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4" name="Google Shape;1764;p9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07775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5" name="Google Shape;1765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0486" y="2226199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6" name="Google Shape;1766;p9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02367" y="2767075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7" name="Google Shape;1767;p9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80775" y="2761900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8" name="Google Shape;1768;p9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59500" y="2767191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9" name="Google Shape;1769;p9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80775" y="2233191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0" name="Google Shape;1770;p9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10506" y="2240391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4" name="Shape 1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5" name="Google Shape;1775;p99"/>
          <p:cNvSpPr/>
          <p:nvPr/>
        </p:nvSpPr>
        <p:spPr>
          <a:xfrm>
            <a:off x="916676" y="1970470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99"/>
          <p:cNvSpPr/>
          <p:nvPr/>
        </p:nvSpPr>
        <p:spPr>
          <a:xfrm>
            <a:off x="908848" y="1894157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7" name="Google Shape;1777;p99"/>
          <p:cNvSpPr/>
          <p:nvPr/>
        </p:nvSpPr>
        <p:spPr>
          <a:xfrm>
            <a:off x="892501" y="905941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99"/>
          <p:cNvSpPr/>
          <p:nvPr/>
        </p:nvSpPr>
        <p:spPr>
          <a:xfrm>
            <a:off x="2390150" y="303900"/>
            <a:ext cx="46803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9" name="Google Shape;1779;p99"/>
          <p:cNvSpPr/>
          <p:nvPr/>
        </p:nvSpPr>
        <p:spPr>
          <a:xfrm>
            <a:off x="892501" y="303890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99"/>
          <p:cNvSpPr/>
          <p:nvPr/>
        </p:nvSpPr>
        <p:spPr>
          <a:xfrm>
            <a:off x="2722865" y="407075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PCR REGISTRATION NEW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PCR Registration • Inspection • Approval • Certificate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81" name="Google Shape;1781;p99"/>
          <p:cNvSpPr txBox="1"/>
          <p:nvPr/>
        </p:nvSpPr>
        <p:spPr>
          <a:xfrm>
            <a:off x="1144502" y="420583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19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782" name="Google Shape;1782;p99"/>
          <p:cNvGrpSpPr/>
          <p:nvPr/>
        </p:nvGrpSpPr>
        <p:grpSpPr>
          <a:xfrm>
            <a:off x="1000920" y="1025967"/>
            <a:ext cx="2235419" cy="368478"/>
            <a:chOff x="1047542" y="1504021"/>
            <a:chExt cx="1935428" cy="414300"/>
          </a:xfrm>
        </p:grpSpPr>
        <p:sp>
          <p:nvSpPr>
            <p:cNvPr id="1783" name="Google Shape;1783;p99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784" name="Google Shape;1784;p99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PCR Registration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785" name="Google Shape;1785;p99"/>
          <p:cNvGrpSpPr/>
          <p:nvPr/>
        </p:nvGrpSpPr>
        <p:grpSpPr>
          <a:xfrm>
            <a:off x="3307553" y="1025950"/>
            <a:ext cx="2349996" cy="368478"/>
            <a:chOff x="3110817" y="1504021"/>
            <a:chExt cx="1935428" cy="414300"/>
          </a:xfrm>
        </p:grpSpPr>
        <p:sp>
          <p:nvSpPr>
            <p:cNvPr id="1786" name="Google Shape;1786;p99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787" name="Google Shape;1787;p99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Registration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788" name="Google Shape;1788;p99"/>
          <p:cNvGrpSpPr/>
          <p:nvPr/>
        </p:nvGrpSpPr>
        <p:grpSpPr>
          <a:xfrm>
            <a:off x="5719739" y="1025967"/>
            <a:ext cx="2376090" cy="368478"/>
            <a:chOff x="5285817" y="1504021"/>
            <a:chExt cx="2057221" cy="414300"/>
          </a:xfrm>
        </p:grpSpPr>
        <p:sp>
          <p:nvSpPr>
            <p:cNvPr id="1789" name="Google Shape;1789;p99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790" name="Google Shape;1790;p99"/>
            <p:cNvSpPr txBox="1"/>
            <p:nvPr/>
          </p:nvSpPr>
          <p:spPr>
            <a:xfrm>
              <a:off x="5734137" y="1509083"/>
              <a:ext cx="160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Reviewers • Inspectors • AD • DD • Director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791" name="Google Shape;1791;p99"/>
          <p:cNvGrpSpPr/>
          <p:nvPr/>
        </p:nvGrpSpPr>
        <p:grpSpPr>
          <a:xfrm>
            <a:off x="1000920" y="1451727"/>
            <a:ext cx="2306786" cy="368478"/>
            <a:chOff x="1047542" y="1504021"/>
            <a:chExt cx="1997218" cy="414300"/>
          </a:xfrm>
        </p:grpSpPr>
        <p:sp>
          <p:nvSpPr>
            <p:cNvPr id="1792" name="Google Shape;1792;p99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793" name="Google Shape;1793;p99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New PCR Registration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794" name="Google Shape;1794;p99"/>
          <p:cNvGrpSpPr/>
          <p:nvPr/>
        </p:nvGrpSpPr>
        <p:grpSpPr>
          <a:xfrm>
            <a:off x="3307553" y="1451710"/>
            <a:ext cx="2349996" cy="368478"/>
            <a:chOff x="3110817" y="1504021"/>
            <a:chExt cx="1935428" cy="414300"/>
          </a:xfrm>
        </p:grpSpPr>
        <p:sp>
          <p:nvSpPr>
            <p:cNvPr id="1795" name="Google Shape;1795;p99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796" name="Google Shape;1796;p99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13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797" name="Google Shape;1797;p99"/>
          <p:cNvGrpSpPr/>
          <p:nvPr/>
        </p:nvGrpSpPr>
        <p:grpSpPr>
          <a:xfrm>
            <a:off x="5719739" y="1451727"/>
            <a:ext cx="2235419" cy="368478"/>
            <a:chOff x="5285817" y="1504021"/>
            <a:chExt cx="1935428" cy="414300"/>
          </a:xfrm>
        </p:grpSpPr>
        <p:sp>
          <p:nvSpPr>
            <p:cNvPr id="1798" name="Google Shape;1798;p99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799" name="Google Shape;1799;p99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48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800" name="Google Shape;1800;p99"/>
          <p:cNvSpPr/>
          <p:nvPr/>
        </p:nvSpPr>
        <p:spPr>
          <a:xfrm>
            <a:off x="879450" y="795993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1" name="Google Shape;1801;p99"/>
          <p:cNvSpPr/>
          <p:nvPr/>
        </p:nvSpPr>
        <p:spPr>
          <a:xfrm>
            <a:off x="1034626" y="212272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2" name="Google Shape;1802;p99"/>
          <p:cNvSpPr txBox="1"/>
          <p:nvPr/>
        </p:nvSpPr>
        <p:spPr>
          <a:xfrm>
            <a:off x="1054401" y="213710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3" name="Google Shape;1803;p99"/>
          <p:cNvSpPr txBox="1"/>
          <p:nvPr/>
        </p:nvSpPr>
        <p:spPr>
          <a:xfrm>
            <a:off x="1644700" y="228423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Fee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04" name="Google Shape;1804;p99"/>
          <p:cNvSpPr/>
          <p:nvPr/>
        </p:nvSpPr>
        <p:spPr>
          <a:xfrm>
            <a:off x="3375613" y="212272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5" name="Google Shape;1805;p99"/>
          <p:cNvSpPr txBox="1"/>
          <p:nvPr/>
        </p:nvSpPr>
        <p:spPr>
          <a:xfrm>
            <a:off x="3395387" y="213710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6" name="Google Shape;1806;p99"/>
          <p:cNvSpPr txBox="1"/>
          <p:nvPr/>
        </p:nvSpPr>
        <p:spPr>
          <a:xfrm>
            <a:off x="3985686" y="228423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07" name="Google Shape;1807;p99"/>
          <p:cNvSpPr/>
          <p:nvPr/>
        </p:nvSpPr>
        <p:spPr>
          <a:xfrm>
            <a:off x="5704449" y="212272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8" name="Google Shape;1808;p99"/>
          <p:cNvSpPr txBox="1"/>
          <p:nvPr/>
        </p:nvSpPr>
        <p:spPr>
          <a:xfrm>
            <a:off x="5724223" y="213710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Inspection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09" name="Google Shape;1809;p99"/>
          <p:cNvSpPr txBox="1"/>
          <p:nvPr/>
        </p:nvSpPr>
        <p:spPr>
          <a:xfrm>
            <a:off x="6314522" y="228423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Setup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&amp; Report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10" name="Google Shape;1810;p99"/>
          <p:cNvSpPr/>
          <p:nvPr/>
        </p:nvSpPr>
        <p:spPr>
          <a:xfrm>
            <a:off x="1033650" y="262517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1" name="Google Shape;1811;p99"/>
          <p:cNvSpPr txBox="1"/>
          <p:nvPr/>
        </p:nvSpPr>
        <p:spPr>
          <a:xfrm>
            <a:off x="1053432" y="264458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Approval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2" name="Google Shape;1812;p99"/>
          <p:cNvSpPr txBox="1"/>
          <p:nvPr/>
        </p:nvSpPr>
        <p:spPr>
          <a:xfrm>
            <a:off x="1643731" y="2819128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Ad/DD Verification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Approval Management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Director Decision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13" name="Google Shape;1813;p99"/>
          <p:cNvSpPr/>
          <p:nvPr/>
        </p:nvSpPr>
        <p:spPr>
          <a:xfrm>
            <a:off x="3374650" y="262504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4" name="Google Shape;1814;p99"/>
          <p:cNvSpPr txBox="1"/>
          <p:nvPr/>
        </p:nvSpPr>
        <p:spPr>
          <a:xfrm>
            <a:off x="3394418" y="265655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Registration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5" name="Google Shape;1815;p99"/>
          <p:cNvSpPr txBox="1"/>
          <p:nvPr/>
        </p:nvSpPr>
        <p:spPr>
          <a:xfrm>
            <a:off x="3984717" y="282598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Complete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Generation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Download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16" name="Google Shape;1816;p99"/>
          <p:cNvSpPr/>
          <p:nvPr/>
        </p:nvSpPr>
        <p:spPr>
          <a:xfrm>
            <a:off x="5703475" y="2625044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7" name="Google Shape;1817;p99"/>
          <p:cNvSpPr txBox="1"/>
          <p:nvPr/>
        </p:nvSpPr>
        <p:spPr>
          <a:xfrm>
            <a:off x="5723254" y="265064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8" name="Google Shape;1818;p99"/>
          <p:cNvSpPr txBox="1"/>
          <p:nvPr/>
        </p:nvSpPr>
        <p:spPr>
          <a:xfrm>
            <a:off x="6313554" y="283098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&amp; Role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Regional Office Workflow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19" name="Google Shape;1819;p99"/>
          <p:cNvSpPr/>
          <p:nvPr/>
        </p:nvSpPr>
        <p:spPr>
          <a:xfrm>
            <a:off x="817028" y="322536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20" name="Google Shape;1820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6266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1" name="Google Shape;1821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6266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2" name="Google Shape;1822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6266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3" name="Google Shape;1823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8545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4" name="Google Shape;1824;p9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8545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5" name="Google Shape;1825;p9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85453"/>
            <a:ext cx="300900" cy="300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26" name="Google Shape;1826;p99"/>
          <p:cNvGraphicFramePr/>
          <p:nvPr/>
        </p:nvGraphicFramePr>
        <p:xfrm>
          <a:off x="916698" y="34337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Registration Complete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Setup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&amp; Report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/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User &amp; Role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Verification Module (AD/DD)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Regional Office Workflow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Approval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827" name="Google Shape;1827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3461" y="2299925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8" name="Google Shape;1828;p9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16478" y="2850292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9" name="Google Shape;1829;p9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02503" y="230406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0" name="Google Shape;1830;p9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70559" y="2311867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1" name="Google Shape;1831;p9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92197" y="2850292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2" name="Google Shape;1832;p9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45389" y="2850292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6" name="Shape 1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7" name="Google Shape;1837;p100"/>
          <p:cNvSpPr/>
          <p:nvPr/>
        </p:nvSpPr>
        <p:spPr>
          <a:xfrm>
            <a:off x="916676" y="1970470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8" name="Google Shape;1838;p100"/>
          <p:cNvSpPr/>
          <p:nvPr/>
        </p:nvSpPr>
        <p:spPr>
          <a:xfrm>
            <a:off x="908848" y="1894157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39" name="Google Shape;1839;p100"/>
          <p:cNvSpPr/>
          <p:nvPr/>
        </p:nvSpPr>
        <p:spPr>
          <a:xfrm>
            <a:off x="892501" y="905941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0" name="Google Shape;1840;p100"/>
          <p:cNvSpPr/>
          <p:nvPr/>
        </p:nvSpPr>
        <p:spPr>
          <a:xfrm>
            <a:off x="2390150" y="303900"/>
            <a:ext cx="46803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100"/>
          <p:cNvSpPr/>
          <p:nvPr/>
        </p:nvSpPr>
        <p:spPr>
          <a:xfrm>
            <a:off x="892501" y="303890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2" name="Google Shape;1842;p100"/>
          <p:cNvSpPr/>
          <p:nvPr/>
        </p:nvSpPr>
        <p:spPr>
          <a:xfrm>
            <a:off x="2722865" y="407075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PCR REGISTRATION RENEWAL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PCR Renewal • Inspection • Approval • Certificate Renewal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43" name="Google Shape;1843;p100"/>
          <p:cNvSpPr txBox="1"/>
          <p:nvPr/>
        </p:nvSpPr>
        <p:spPr>
          <a:xfrm>
            <a:off x="1144502" y="420583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20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844" name="Google Shape;1844;p100"/>
          <p:cNvGrpSpPr/>
          <p:nvPr/>
        </p:nvGrpSpPr>
        <p:grpSpPr>
          <a:xfrm>
            <a:off x="1000920" y="1025967"/>
            <a:ext cx="2235419" cy="368478"/>
            <a:chOff x="1047542" y="1504021"/>
            <a:chExt cx="1935428" cy="414300"/>
          </a:xfrm>
        </p:grpSpPr>
        <p:sp>
          <p:nvSpPr>
            <p:cNvPr id="1845" name="Google Shape;1845;p100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846" name="Google Shape;1846;p100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PCR Registration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847" name="Google Shape;1847;p100"/>
          <p:cNvGrpSpPr/>
          <p:nvPr/>
        </p:nvGrpSpPr>
        <p:grpSpPr>
          <a:xfrm>
            <a:off x="3307553" y="1025950"/>
            <a:ext cx="2349996" cy="368478"/>
            <a:chOff x="3110817" y="1504021"/>
            <a:chExt cx="1935428" cy="414300"/>
          </a:xfrm>
        </p:grpSpPr>
        <p:sp>
          <p:nvSpPr>
            <p:cNvPr id="1848" name="Google Shape;1848;p100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849" name="Google Shape;1849;p100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Registration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850" name="Google Shape;1850;p100"/>
          <p:cNvGrpSpPr/>
          <p:nvPr/>
        </p:nvGrpSpPr>
        <p:grpSpPr>
          <a:xfrm>
            <a:off x="5719739" y="1025967"/>
            <a:ext cx="2376090" cy="368478"/>
            <a:chOff x="5285817" y="1504021"/>
            <a:chExt cx="2057221" cy="414300"/>
          </a:xfrm>
        </p:grpSpPr>
        <p:sp>
          <p:nvSpPr>
            <p:cNvPr id="1851" name="Google Shape;1851;p100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852" name="Google Shape;1852;p100"/>
            <p:cNvSpPr txBox="1"/>
            <p:nvPr/>
          </p:nvSpPr>
          <p:spPr>
            <a:xfrm>
              <a:off x="5734137" y="1509083"/>
              <a:ext cx="160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Reviewers • Inspectors • AD • DD • Director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853" name="Google Shape;1853;p100"/>
          <p:cNvGrpSpPr/>
          <p:nvPr/>
        </p:nvGrpSpPr>
        <p:grpSpPr>
          <a:xfrm>
            <a:off x="1000920" y="1451727"/>
            <a:ext cx="2306786" cy="368478"/>
            <a:chOff x="1047542" y="1504021"/>
            <a:chExt cx="1997218" cy="414300"/>
          </a:xfrm>
        </p:grpSpPr>
        <p:sp>
          <p:nvSpPr>
            <p:cNvPr id="1854" name="Google Shape;1854;p100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855" name="Google Shape;1855;p100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PCR Registration Renewal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856" name="Google Shape;1856;p100"/>
          <p:cNvGrpSpPr/>
          <p:nvPr/>
        </p:nvGrpSpPr>
        <p:grpSpPr>
          <a:xfrm>
            <a:off x="3307553" y="1451710"/>
            <a:ext cx="2349996" cy="368478"/>
            <a:chOff x="3110817" y="1504021"/>
            <a:chExt cx="1935428" cy="414300"/>
          </a:xfrm>
        </p:grpSpPr>
        <p:sp>
          <p:nvSpPr>
            <p:cNvPr id="1857" name="Google Shape;1857;p100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858" name="Google Shape;1858;p100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13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859" name="Google Shape;1859;p100"/>
          <p:cNvGrpSpPr/>
          <p:nvPr/>
        </p:nvGrpSpPr>
        <p:grpSpPr>
          <a:xfrm>
            <a:off x="5719739" y="1451727"/>
            <a:ext cx="2235419" cy="368478"/>
            <a:chOff x="5285817" y="1504021"/>
            <a:chExt cx="1935428" cy="414300"/>
          </a:xfrm>
        </p:grpSpPr>
        <p:sp>
          <p:nvSpPr>
            <p:cNvPr id="1860" name="Google Shape;1860;p100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861" name="Google Shape;1861;p100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48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862" name="Google Shape;1862;p100"/>
          <p:cNvSpPr/>
          <p:nvPr/>
        </p:nvSpPr>
        <p:spPr>
          <a:xfrm>
            <a:off x="879450" y="795993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63" name="Google Shape;1863;p100"/>
          <p:cNvSpPr/>
          <p:nvPr/>
        </p:nvSpPr>
        <p:spPr>
          <a:xfrm>
            <a:off x="1034626" y="212272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64" name="Google Shape;1864;p100"/>
          <p:cNvSpPr txBox="1"/>
          <p:nvPr/>
        </p:nvSpPr>
        <p:spPr>
          <a:xfrm>
            <a:off x="1054401" y="213710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65" name="Google Shape;1865;p100"/>
          <p:cNvSpPr txBox="1"/>
          <p:nvPr/>
        </p:nvSpPr>
        <p:spPr>
          <a:xfrm>
            <a:off x="1644700" y="228423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Fee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66" name="Google Shape;1866;p100"/>
          <p:cNvSpPr/>
          <p:nvPr/>
        </p:nvSpPr>
        <p:spPr>
          <a:xfrm>
            <a:off x="3375613" y="212272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67" name="Google Shape;1867;p100"/>
          <p:cNvSpPr txBox="1"/>
          <p:nvPr/>
        </p:nvSpPr>
        <p:spPr>
          <a:xfrm>
            <a:off x="3395387" y="213710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68" name="Google Shape;1868;p100"/>
          <p:cNvSpPr txBox="1"/>
          <p:nvPr/>
        </p:nvSpPr>
        <p:spPr>
          <a:xfrm>
            <a:off x="3985686" y="228423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69" name="Google Shape;1869;p100"/>
          <p:cNvSpPr/>
          <p:nvPr/>
        </p:nvSpPr>
        <p:spPr>
          <a:xfrm>
            <a:off x="5704449" y="212272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70" name="Google Shape;1870;p100"/>
          <p:cNvSpPr txBox="1"/>
          <p:nvPr/>
        </p:nvSpPr>
        <p:spPr>
          <a:xfrm>
            <a:off x="5724223" y="213710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Inspection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71" name="Google Shape;1871;p100"/>
          <p:cNvSpPr txBox="1"/>
          <p:nvPr/>
        </p:nvSpPr>
        <p:spPr>
          <a:xfrm>
            <a:off x="6314522" y="228423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Setup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&amp; Report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72" name="Google Shape;1872;p100"/>
          <p:cNvSpPr/>
          <p:nvPr/>
        </p:nvSpPr>
        <p:spPr>
          <a:xfrm>
            <a:off x="1033650" y="262517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73" name="Google Shape;1873;p100"/>
          <p:cNvSpPr txBox="1"/>
          <p:nvPr/>
        </p:nvSpPr>
        <p:spPr>
          <a:xfrm>
            <a:off x="1053432" y="264458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Approval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74" name="Google Shape;1874;p100"/>
          <p:cNvSpPr txBox="1"/>
          <p:nvPr/>
        </p:nvSpPr>
        <p:spPr>
          <a:xfrm>
            <a:off x="1643731" y="2819128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Ad/DD Verification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Approval Management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Director Decision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75" name="Google Shape;1875;p100"/>
          <p:cNvSpPr/>
          <p:nvPr/>
        </p:nvSpPr>
        <p:spPr>
          <a:xfrm>
            <a:off x="3374650" y="262504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76" name="Google Shape;1876;p100"/>
          <p:cNvSpPr txBox="1"/>
          <p:nvPr/>
        </p:nvSpPr>
        <p:spPr>
          <a:xfrm>
            <a:off x="3394418" y="265655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Registration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77" name="Google Shape;1877;p100"/>
          <p:cNvSpPr txBox="1"/>
          <p:nvPr/>
        </p:nvSpPr>
        <p:spPr>
          <a:xfrm>
            <a:off x="3984717" y="282598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Complete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Generation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Download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78" name="Google Shape;1878;p100"/>
          <p:cNvSpPr/>
          <p:nvPr/>
        </p:nvSpPr>
        <p:spPr>
          <a:xfrm>
            <a:off x="5703475" y="2625044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79" name="Google Shape;1879;p100"/>
          <p:cNvSpPr txBox="1"/>
          <p:nvPr/>
        </p:nvSpPr>
        <p:spPr>
          <a:xfrm>
            <a:off x="5723254" y="265064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80" name="Google Shape;1880;p100"/>
          <p:cNvSpPr txBox="1"/>
          <p:nvPr/>
        </p:nvSpPr>
        <p:spPr>
          <a:xfrm>
            <a:off x="6313554" y="283098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&amp; Role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Regional Office Workflow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881" name="Google Shape;1881;p100"/>
          <p:cNvSpPr/>
          <p:nvPr/>
        </p:nvSpPr>
        <p:spPr>
          <a:xfrm>
            <a:off x="817028" y="322536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82" name="Google Shape;188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6266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3" name="Google Shape;1883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6266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4" name="Google Shape;1884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6266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5" name="Google Shape;1885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8545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6" name="Google Shape;1886;p10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8545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7" name="Google Shape;1887;p1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85453"/>
            <a:ext cx="300900" cy="300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8" name="Google Shape;1888;p100"/>
          <p:cNvGraphicFramePr/>
          <p:nvPr/>
        </p:nvGraphicFramePr>
        <p:xfrm>
          <a:off x="916698" y="34337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Registration Complete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Setup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&amp; Report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/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User &amp; Role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Verification Module (AD/DD)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Regional Office Workflow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Approval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889" name="Google Shape;1889;p10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3461" y="2299925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0" name="Google Shape;1890;p1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95311" y="2850292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1" name="Google Shape;1891;p10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02503" y="230406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2" name="Google Shape;1892;p10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70559" y="2311867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3" name="Google Shape;1893;p10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92197" y="2850292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4" name="Google Shape;1894;p10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45389" y="2850292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101"/>
          <p:cNvSpPr/>
          <p:nvPr/>
        </p:nvSpPr>
        <p:spPr>
          <a:xfrm>
            <a:off x="892501" y="932646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101"/>
          <p:cNvSpPr/>
          <p:nvPr/>
        </p:nvSpPr>
        <p:spPr>
          <a:xfrm>
            <a:off x="2390150" y="330625"/>
            <a:ext cx="45252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101"/>
          <p:cNvSpPr/>
          <p:nvPr/>
        </p:nvSpPr>
        <p:spPr>
          <a:xfrm>
            <a:off x="892501" y="330595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2" name="Google Shape;1902;p101"/>
          <p:cNvSpPr/>
          <p:nvPr/>
        </p:nvSpPr>
        <p:spPr>
          <a:xfrm>
            <a:off x="2722865" y="433780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PCR BRAND INCLUSION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Brand Inclusion • Inspection • Approval • PCR Certificate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03" name="Google Shape;1903;p101"/>
          <p:cNvSpPr txBox="1"/>
          <p:nvPr/>
        </p:nvSpPr>
        <p:spPr>
          <a:xfrm>
            <a:off x="1144502" y="44728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21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904" name="Google Shape;1904;p101"/>
          <p:cNvGrpSpPr/>
          <p:nvPr/>
        </p:nvGrpSpPr>
        <p:grpSpPr>
          <a:xfrm>
            <a:off x="1000920" y="1052673"/>
            <a:ext cx="2235419" cy="368478"/>
            <a:chOff x="1047542" y="1504021"/>
            <a:chExt cx="1935428" cy="414300"/>
          </a:xfrm>
        </p:grpSpPr>
        <p:sp>
          <p:nvSpPr>
            <p:cNvPr id="1905" name="Google Shape;1905;p101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906" name="Google Shape;1906;p101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PCR Registration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07" name="Google Shape;1907;p101"/>
          <p:cNvGrpSpPr/>
          <p:nvPr/>
        </p:nvGrpSpPr>
        <p:grpSpPr>
          <a:xfrm>
            <a:off x="3307553" y="1052655"/>
            <a:ext cx="2349996" cy="368478"/>
            <a:chOff x="3110817" y="1504021"/>
            <a:chExt cx="1935428" cy="414300"/>
          </a:xfrm>
        </p:grpSpPr>
        <p:sp>
          <p:nvSpPr>
            <p:cNvPr id="1908" name="Google Shape;1908;p101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909" name="Google Shape;1909;p101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Registration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10" name="Google Shape;1910;p101"/>
          <p:cNvGrpSpPr/>
          <p:nvPr/>
        </p:nvGrpSpPr>
        <p:grpSpPr>
          <a:xfrm>
            <a:off x="5719739" y="1052673"/>
            <a:ext cx="2327580" cy="368478"/>
            <a:chOff x="5285817" y="1504021"/>
            <a:chExt cx="2015221" cy="414300"/>
          </a:xfrm>
        </p:grpSpPr>
        <p:sp>
          <p:nvSpPr>
            <p:cNvPr id="1911" name="Google Shape;1911;p101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912" name="Google Shape;1912;p101"/>
            <p:cNvSpPr txBox="1"/>
            <p:nvPr/>
          </p:nvSpPr>
          <p:spPr>
            <a:xfrm>
              <a:off x="5734137" y="1509083"/>
              <a:ext cx="1566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Reviewers • Inspectors • AD • DD • Director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13" name="Google Shape;1913;p101"/>
          <p:cNvGrpSpPr/>
          <p:nvPr/>
        </p:nvGrpSpPr>
        <p:grpSpPr>
          <a:xfrm>
            <a:off x="1000920" y="1478432"/>
            <a:ext cx="2306786" cy="368478"/>
            <a:chOff x="1047542" y="1504021"/>
            <a:chExt cx="1997218" cy="414300"/>
          </a:xfrm>
        </p:grpSpPr>
        <p:sp>
          <p:nvSpPr>
            <p:cNvPr id="1914" name="Google Shape;1914;p101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915" name="Google Shape;1915;p101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PCR Brand Inclusion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16" name="Google Shape;1916;p101"/>
          <p:cNvGrpSpPr/>
          <p:nvPr/>
        </p:nvGrpSpPr>
        <p:grpSpPr>
          <a:xfrm>
            <a:off x="3307553" y="1478415"/>
            <a:ext cx="2349996" cy="368478"/>
            <a:chOff x="3110817" y="1504021"/>
            <a:chExt cx="1935428" cy="414300"/>
          </a:xfrm>
        </p:grpSpPr>
        <p:sp>
          <p:nvSpPr>
            <p:cNvPr id="1917" name="Google Shape;1917;p101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918" name="Google Shape;1918;p101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13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19" name="Google Shape;1919;p101"/>
          <p:cNvGrpSpPr/>
          <p:nvPr/>
        </p:nvGrpSpPr>
        <p:grpSpPr>
          <a:xfrm>
            <a:off x="5719739" y="1478432"/>
            <a:ext cx="2235419" cy="368478"/>
            <a:chOff x="5285817" y="1504021"/>
            <a:chExt cx="1935428" cy="414300"/>
          </a:xfrm>
        </p:grpSpPr>
        <p:sp>
          <p:nvSpPr>
            <p:cNvPr id="1920" name="Google Shape;1920;p101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921" name="Google Shape;1921;p101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45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922" name="Google Shape;1922;p101"/>
          <p:cNvSpPr/>
          <p:nvPr/>
        </p:nvSpPr>
        <p:spPr>
          <a:xfrm>
            <a:off x="879450" y="82269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923" name="Google Shape;1923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4" name="Google Shape;1924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5" name="Google Shape;1925;p10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6" name="Google Shape;1926;p1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7" name="Google Shape;1927;p1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8" name="Google Shape;1928;p10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9" name="Google Shape;1929;p101"/>
          <p:cNvSpPr/>
          <p:nvPr/>
        </p:nvSpPr>
        <p:spPr>
          <a:xfrm>
            <a:off x="916676" y="1970470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0" name="Google Shape;1930;p101"/>
          <p:cNvSpPr/>
          <p:nvPr/>
        </p:nvSpPr>
        <p:spPr>
          <a:xfrm>
            <a:off x="908848" y="1894157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1" name="Google Shape;1931;p101"/>
          <p:cNvSpPr/>
          <p:nvPr/>
        </p:nvSpPr>
        <p:spPr>
          <a:xfrm>
            <a:off x="1034626" y="212272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2" name="Google Shape;1932;p101"/>
          <p:cNvSpPr txBox="1"/>
          <p:nvPr/>
        </p:nvSpPr>
        <p:spPr>
          <a:xfrm>
            <a:off x="1054401" y="213710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3" name="Google Shape;1933;p101"/>
          <p:cNvSpPr txBox="1"/>
          <p:nvPr/>
        </p:nvSpPr>
        <p:spPr>
          <a:xfrm>
            <a:off x="1644700" y="228423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Fee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34" name="Google Shape;1934;p101"/>
          <p:cNvSpPr/>
          <p:nvPr/>
        </p:nvSpPr>
        <p:spPr>
          <a:xfrm>
            <a:off x="3375613" y="212272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5" name="Google Shape;1935;p101"/>
          <p:cNvSpPr txBox="1"/>
          <p:nvPr/>
        </p:nvSpPr>
        <p:spPr>
          <a:xfrm>
            <a:off x="3395387" y="213710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6" name="Google Shape;1936;p101"/>
          <p:cNvSpPr txBox="1"/>
          <p:nvPr/>
        </p:nvSpPr>
        <p:spPr>
          <a:xfrm>
            <a:off x="3985686" y="228423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37" name="Google Shape;1937;p101"/>
          <p:cNvSpPr/>
          <p:nvPr/>
        </p:nvSpPr>
        <p:spPr>
          <a:xfrm>
            <a:off x="5704449" y="212272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8" name="Google Shape;1938;p101"/>
          <p:cNvSpPr txBox="1"/>
          <p:nvPr/>
        </p:nvSpPr>
        <p:spPr>
          <a:xfrm>
            <a:off x="5724223" y="213710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Inspection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39" name="Google Shape;1939;p101"/>
          <p:cNvSpPr txBox="1"/>
          <p:nvPr/>
        </p:nvSpPr>
        <p:spPr>
          <a:xfrm>
            <a:off x="6314522" y="228423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Setup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&amp; Report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40" name="Google Shape;1940;p101"/>
          <p:cNvSpPr/>
          <p:nvPr/>
        </p:nvSpPr>
        <p:spPr>
          <a:xfrm>
            <a:off x="1033650" y="262517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1" name="Google Shape;1941;p101"/>
          <p:cNvSpPr txBox="1"/>
          <p:nvPr/>
        </p:nvSpPr>
        <p:spPr>
          <a:xfrm>
            <a:off x="1053432" y="264458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Approval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2" name="Google Shape;1942;p101"/>
          <p:cNvSpPr txBox="1"/>
          <p:nvPr/>
        </p:nvSpPr>
        <p:spPr>
          <a:xfrm>
            <a:off x="1643731" y="2819128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Ad/DD Verification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Approval Management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Director Decision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43" name="Google Shape;1943;p101"/>
          <p:cNvSpPr/>
          <p:nvPr/>
        </p:nvSpPr>
        <p:spPr>
          <a:xfrm>
            <a:off x="3374650" y="262504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4" name="Google Shape;1944;p101"/>
          <p:cNvSpPr txBox="1"/>
          <p:nvPr/>
        </p:nvSpPr>
        <p:spPr>
          <a:xfrm>
            <a:off x="3394418" y="265655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Registration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5" name="Google Shape;1945;p101"/>
          <p:cNvSpPr txBox="1"/>
          <p:nvPr/>
        </p:nvSpPr>
        <p:spPr>
          <a:xfrm>
            <a:off x="3984717" y="282598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Complete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Generation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Download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46" name="Google Shape;1946;p101"/>
          <p:cNvSpPr/>
          <p:nvPr/>
        </p:nvSpPr>
        <p:spPr>
          <a:xfrm>
            <a:off x="5703475" y="2625044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7" name="Google Shape;1947;p101"/>
          <p:cNvSpPr txBox="1"/>
          <p:nvPr/>
        </p:nvSpPr>
        <p:spPr>
          <a:xfrm>
            <a:off x="5723254" y="265064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8" name="Google Shape;1948;p101"/>
          <p:cNvSpPr txBox="1"/>
          <p:nvPr/>
        </p:nvSpPr>
        <p:spPr>
          <a:xfrm>
            <a:off x="6313554" y="283098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&amp; Role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Regional Office Workflow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49" name="Google Shape;1949;p101"/>
          <p:cNvSpPr/>
          <p:nvPr/>
        </p:nvSpPr>
        <p:spPr>
          <a:xfrm>
            <a:off x="817028" y="322536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1950" name="Google Shape;1950;p101"/>
          <p:cNvGraphicFramePr/>
          <p:nvPr/>
        </p:nvGraphicFramePr>
        <p:xfrm>
          <a:off x="916698" y="34337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Registration Complete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Setup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&amp; Report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/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User &amp; Role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Verification Module (AD/DD)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Regional Office Workflow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Approval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34343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34343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951" name="Google Shape;1951;p10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3461" y="2299925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2" name="Google Shape;1952;p10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95311" y="2850292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3" name="Google Shape;1953;p10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02503" y="230406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4" name="Google Shape;1954;p10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70559" y="2311867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5" name="Google Shape;1955;p10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92197" y="2850292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6" name="Google Shape;1956;p10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45389" y="2850292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102"/>
          <p:cNvSpPr/>
          <p:nvPr/>
        </p:nvSpPr>
        <p:spPr>
          <a:xfrm>
            <a:off x="916676" y="1997176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102"/>
          <p:cNvSpPr/>
          <p:nvPr/>
        </p:nvSpPr>
        <p:spPr>
          <a:xfrm>
            <a:off x="914728" y="1920875"/>
            <a:ext cx="16437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63" name="Google Shape;1963;p102"/>
          <p:cNvSpPr/>
          <p:nvPr/>
        </p:nvSpPr>
        <p:spPr>
          <a:xfrm>
            <a:off x="892501" y="932646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102"/>
          <p:cNvSpPr/>
          <p:nvPr/>
        </p:nvSpPr>
        <p:spPr>
          <a:xfrm>
            <a:off x="2390150" y="330625"/>
            <a:ext cx="47205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5" name="Google Shape;1965;p102"/>
          <p:cNvSpPr/>
          <p:nvPr/>
        </p:nvSpPr>
        <p:spPr>
          <a:xfrm>
            <a:off x="892501" y="330595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102"/>
          <p:cNvSpPr/>
          <p:nvPr/>
        </p:nvSpPr>
        <p:spPr>
          <a:xfrm>
            <a:off x="2644588" y="433775"/>
            <a:ext cx="5232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REGISTERED IMPORTER/EXPORTER CERTIFICATE SERVICE</a:t>
            </a:r>
            <a:endParaRPr b="1" sz="12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Importer/Exporter Registration • Inspection • Certification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67" name="Google Shape;1967;p102"/>
          <p:cNvSpPr txBox="1"/>
          <p:nvPr/>
        </p:nvSpPr>
        <p:spPr>
          <a:xfrm>
            <a:off x="1144502" y="44728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22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1968" name="Google Shape;1968;p102"/>
          <p:cNvGrpSpPr/>
          <p:nvPr/>
        </p:nvGrpSpPr>
        <p:grpSpPr>
          <a:xfrm>
            <a:off x="1000920" y="1052673"/>
            <a:ext cx="2235419" cy="368478"/>
            <a:chOff x="1047542" y="1504021"/>
            <a:chExt cx="1935428" cy="414300"/>
          </a:xfrm>
        </p:grpSpPr>
        <p:sp>
          <p:nvSpPr>
            <p:cNvPr id="1969" name="Google Shape;1969;p102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970" name="Google Shape;1970;p102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Importer / Exporter Registration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71" name="Google Shape;1971;p102"/>
          <p:cNvGrpSpPr/>
          <p:nvPr/>
        </p:nvGrpSpPr>
        <p:grpSpPr>
          <a:xfrm>
            <a:off x="3307553" y="1052655"/>
            <a:ext cx="2349996" cy="368478"/>
            <a:chOff x="3110817" y="1504021"/>
            <a:chExt cx="1935428" cy="414300"/>
          </a:xfrm>
        </p:grpSpPr>
        <p:sp>
          <p:nvSpPr>
            <p:cNvPr id="1972" name="Google Shape;1972;p102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973" name="Google Shape;1973;p102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Registration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74" name="Google Shape;1974;p102"/>
          <p:cNvGrpSpPr/>
          <p:nvPr/>
        </p:nvGrpSpPr>
        <p:grpSpPr>
          <a:xfrm>
            <a:off x="5719739" y="1052673"/>
            <a:ext cx="2235419" cy="368478"/>
            <a:chOff x="5285817" y="1504021"/>
            <a:chExt cx="1935428" cy="414300"/>
          </a:xfrm>
        </p:grpSpPr>
        <p:sp>
          <p:nvSpPr>
            <p:cNvPr id="1975" name="Google Shape;1975;p102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976" name="Google Shape;1976;p102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Director • DD • AD • Inspectors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77" name="Google Shape;1977;p102"/>
          <p:cNvGrpSpPr/>
          <p:nvPr/>
        </p:nvGrpSpPr>
        <p:grpSpPr>
          <a:xfrm>
            <a:off x="1000920" y="1478432"/>
            <a:ext cx="2306786" cy="368478"/>
            <a:chOff x="1047542" y="1504021"/>
            <a:chExt cx="1997218" cy="414300"/>
          </a:xfrm>
        </p:grpSpPr>
        <p:sp>
          <p:nvSpPr>
            <p:cNvPr id="1978" name="Google Shape;1978;p102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979" name="Google Shape;1979;p102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Registered Importer / Exporter Certification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80" name="Google Shape;1980;p102"/>
          <p:cNvGrpSpPr/>
          <p:nvPr/>
        </p:nvGrpSpPr>
        <p:grpSpPr>
          <a:xfrm>
            <a:off x="3307553" y="1478415"/>
            <a:ext cx="2349996" cy="368478"/>
            <a:chOff x="3110817" y="1504021"/>
            <a:chExt cx="1935428" cy="414300"/>
          </a:xfrm>
        </p:grpSpPr>
        <p:sp>
          <p:nvSpPr>
            <p:cNvPr id="1981" name="Google Shape;1981;p102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982" name="Google Shape;1982;p102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12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1983" name="Google Shape;1983;p102"/>
          <p:cNvGrpSpPr/>
          <p:nvPr/>
        </p:nvGrpSpPr>
        <p:grpSpPr>
          <a:xfrm>
            <a:off x="5719739" y="1478432"/>
            <a:ext cx="2235419" cy="368478"/>
            <a:chOff x="5285817" y="1504021"/>
            <a:chExt cx="1935428" cy="414300"/>
          </a:xfrm>
        </p:grpSpPr>
        <p:sp>
          <p:nvSpPr>
            <p:cNvPr id="1984" name="Google Shape;1984;p102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1985" name="Google Shape;1985;p102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53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1986" name="Google Shape;1986;p102"/>
          <p:cNvSpPr/>
          <p:nvPr/>
        </p:nvSpPr>
        <p:spPr>
          <a:xfrm>
            <a:off x="879450" y="82269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87" name="Google Shape;1987;p102"/>
          <p:cNvSpPr/>
          <p:nvPr/>
        </p:nvSpPr>
        <p:spPr>
          <a:xfrm>
            <a:off x="1034626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88" name="Google Shape;1988;p102"/>
          <p:cNvSpPr txBox="1"/>
          <p:nvPr/>
        </p:nvSpPr>
        <p:spPr>
          <a:xfrm>
            <a:off x="1054401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89" name="Google Shape;1989;p102"/>
          <p:cNvSpPr txBox="1"/>
          <p:nvPr/>
        </p:nvSpPr>
        <p:spPr>
          <a:xfrm>
            <a:off x="1644700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Fee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90" name="Google Shape;1990;p102"/>
          <p:cNvSpPr/>
          <p:nvPr/>
        </p:nvSpPr>
        <p:spPr>
          <a:xfrm>
            <a:off x="3375613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1" name="Google Shape;1991;p102"/>
          <p:cNvSpPr txBox="1"/>
          <p:nvPr/>
        </p:nvSpPr>
        <p:spPr>
          <a:xfrm>
            <a:off x="3395387" y="2157146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 &amp; Shortfall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2" name="Google Shape;1992;p102"/>
          <p:cNvSpPr txBox="1"/>
          <p:nvPr/>
        </p:nvSpPr>
        <p:spPr>
          <a:xfrm>
            <a:off x="3985686" y="231760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Director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Ad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93" name="Google Shape;1993;p102"/>
          <p:cNvSpPr/>
          <p:nvPr/>
        </p:nvSpPr>
        <p:spPr>
          <a:xfrm>
            <a:off x="5704449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4" name="Google Shape;1994;p102"/>
          <p:cNvSpPr txBox="1"/>
          <p:nvPr/>
        </p:nvSpPr>
        <p:spPr>
          <a:xfrm>
            <a:off x="5724223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Inspection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5" name="Google Shape;1995;p102"/>
          <p:cNvSpPr txBox="1"/>
          <p:nvPr/>
        </p:nvSpPr>
        <p:spPr>
          <a:xfrm>
            <a:off x="6314522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Scheduling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Report Verification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96" name="Google Shape;1996;p102"/>
          <p:cNvSpPr/>
          <p:nvPr/>
        </p:nvSpPr>
        <p:spPr>
          <a:xfrm>
            <a:off x="1033650" y="265187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7" name="Google Shape;1997;p102"/>
          <p:cNvSpPr txBox="1"/>
          <p:nvPr/>
        </p:nvSpPr>
        <p:spPr>
          <a:xfrm>
            <a:off x="1053432" y="267128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Certification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98" name="Google Shape;1998;p102"/>
          <p:cNvSpPr txBox="1"/>
          <p:nvPr/>
        </p:nvSpPr>
        <p:spPr>
          <a:xfrm>
            <a:off x="1643731" y="284583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 Processing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Management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Rejection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1999" name="Google Shape;1999;p102"/>
          <p:cNvSpPr/>
          <p:nvPr/>
        </p:nvSpPr>
        <p:spPr>
          <a:xfrm>
            <a:off x="3374650" y="265175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00" name="Google Shape;2000;p102"/>
          <p:cNvSpPr txBox="1"/>
          <p:nvPr/>
        </p:nvSpPr>
        <p:spPr>
          <a:xfrm>
            <a:off x="3394418" y="268326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Communication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01" name="Google Shape;2001;p102"/>
          <p:cNvSpPr txBox="1"/>
          <p:nvPr/>
        </p:nvSpPr>
        <p:spPr>
          <a:xfrm>
            <a:off x="3984717" y="285268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 &amp; Task Management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002" name="Google Shape;2002;p102"/>
          <p:cNvSpPr/>
          <p:nvPr/>
        </p:nvSpPr>
        <p:spPr>
          <a:xfrm>
            <a:off x="5703475" y="265175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03" name="Google Shape;2003;p102"/>
          <p:cNvSpPr txBox="1"/>
          <p:nvPr/>
        </p:nvSpPr>
        <p:spPr>
          <a:xfrm>
            <a:off x="5723254" y="267735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Records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04" name="Google Shape;2004;p102"/>
          <p:cNvSpPr txBox="1"/>
          <p:nvPr/>
        </p:nvSpPr>
        <p:spPr>
          <a:xfrm>
            <a:off x="6313554" y="283901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Repository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Audit Records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2005" name="Google Shape;2005;p102"/>
          <p:cNvGraphicFramePr/>
          <p:nvPr/>
        </p:nvGraphicFramePr>
        <p:xfrm>
          <a:off x="916698" y="3500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Scheduling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Report Verification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 u="none" cap="none" strike="noStrike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06" name="Google Shape;2006;p102"/>
          <p:cNvSpPr/>
          <p:nvPr/>
        </p:nvSpPr>
        <p:spPr>
          <a:xfrm>
            <a:off x="817028" y="328537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07" name="Google Shape;200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8" name="Google Shape;2008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9" name="Google Shape;2009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0" name="Google Shape;2010;p1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1" name="Google Shape;2011;p10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2" name="Google Shape;2012;p10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3" name="Google Shape;2013;p10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27003" y="232597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4" name="Google Shape;2014;p10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27003" y="2847640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5" name="Google Shape;2015;p10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3461" y="232821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6" name="Google Shape;2016;p10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78361" y="283835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7" name="Google Shape;2017;p10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51586" y="2857933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8" name="Google Shape;2018;p10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23669" y="2332290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p103"/>
          <p:cNvSpPr/>
          <p:nvPr/>
        </p:nvSpPr>
        <p:spPr>
          <a:xfrm>
            <a:off x="892501" y="880692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4" name="Google Shape;2024;p103"/>
          <p:cNvSpPr/>
          <p:nvPr/>
        </p:nvSpPr>
        <p:spPr>
          <a:xfrm>
            <a:off x="2407925" y="260475"/>
            <a:ext cx="4757400" cy="488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103"/>
          <p:cNvSpPr/>
          <p:nvPr/>
        </p:nvSpPr>
        <p:spPr>
          <a:xfrm>
            <a:off x="892501" y="278641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103"/>
          <p:cNvSpPr/>
          <p:nvPr/>
        </p:nvSpPr>
        <p:spPr>
          <a:xfrm>
            <a:off x="2722875" y="376275"/>
            <a:ext cx="44247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REGISTERED IMPORTER/EXPORTER CERTIFICATE MANAGEMENT RENEWAL</a:t>
            </a:r>
            <a:endParaRPr b="1" sz="11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Renewal / Re-Certification • Inspection • Certificate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27" name="Google Shape;2027;p103"/>
          <p:cNvSpPr txBox="1"/>
          <p:nvPr/>
        </p:nvSpPr>
        <p:spPr>
          <a:xfrm>
            <a:off x="1144502" y="395334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23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028" name="Google Shape;2028;p103"/>
          <p:cNvGrpSpPr/>
          <p:nvPr/>
        </p:nvGrpSpPr>
        <p:grpSpPr>
          <a:xfrm>
            <a:off x="1000920" y="1000718"/>
            <a:ext cx="2235419" cy="368478"/>
            <a:chOff x="1047542" y="1504021"/>
            <a:chExt cx="1935428" cy="414300"/>
          </a:xfrm>
        </p:grpSpPr>
        <p:sp>
          <p:nvSpPr>
            <p:cNvPr id="2029" name="Google Shape;2029;p103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030" name="Google Shape;2030;p103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Importer / Exporter Registration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031" name="Google Shape;2031;p103"/>
          <p:cNvGrpSpPr/>
          <p:nvPr/>
        </p:nvGrpSpPr>
        <p:grpSpPr>
          <a:xfrm>
            <a:off x="3307553" y="1000701"/>
            <a:ext cx="2349996" cy="368478"/>
            <a:chOff x="3110817" y="1504021"/>
            <a:chExt cx="1935428" cy="414300"/>
          </a:xfrm>
        </p:grpSpPr>
        <p:sp>
          <p:nvSpPr>
            <p:cNvPr id="2032" name="Google Shape;2032;p103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033" name="Google Shape;2033;p103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Renewal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034" name="Google Shape;2034;p103"/>
          <p:cNvGrpSpPr/>
          <p:nvPr/>
        </p:nvGrpSpPr>
        <p:grpSpPr>
          <a:xfrm>
            <a:off x="5719739" y="1000718"/>
            <a:ext cx="2235419" cy="368478"/>
            <a:chOff x="5285817" y="1504021"/>
            <a:chExt cx="1935428" cy="414300"/>
          </a:xfrm>
        </p:grpSpPr>
        <p:sp>
          <p:nvSpPr>
            <p:cNvPr id="2035" name="Google Shape;2035;p103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036" name="Google Shape;2036;p103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Director • DD • AD • Inspectors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037" name="Google Shape;2037;p103"/>
          <p:cNvGrpSpPr/>
          <p:nvPr/>
        </p:nvGrpSpPr>
        <p:grpSpPr>
          <a:xfrm>
            <a:off x="1000920" y="1426478"/>
            <a:ext cx="2306786" cy="368478"/>
            <a:chOff x="1047542" y="1504021"/>
            <a:chExt cx="1997218" cy="414300"/>
          </a:xfrm>
        </p:grpSpPr>
        <p:sp>
          <p:nvSpPr>
            <p:cNvPr id="2038" name="Google Shape;2038;p103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039" name="Google Shape;2039;p103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Registered Importer / Exporter Renewal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040" name="Google Shape;2040;p103"/>
          <p:cNvGrpSpPr/>
          <p:nvPr/>
        </p:nvGrpSpPr>
        <p:grpSpPr>
          <a:xfrm>
            <a:off x="3307553" y="1426461"/>
            <a:ext cx="2349996" cy="368478"/>
            <a:chOff x="3110817" y="1504021"/>
            <a:chExt cx="1935428" cy="414300"/>
          </a:xfrm>
        </p:grpSpPr>
        <p:sp>
          <p:nvSpPr>
            <p:cNvPr id="2041" name="Google Shape;2041;p103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042" name="Google Shape;2042;p103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12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043" name="Google Shape;2043;p103"/>
          <p:cNvGrpSpPr/>
          <p:nvPr/>
        </p:nvGrpSpPr>
        <p:grpSpPr>
          <a:xfrm>
            <a:off x="5719739" y="1426478"/>
            <a:ext cx="2235419" cy="368478"/>
            <a:chOff x="5285817" y="1504021"/>
            <a:chExt cx="1935428" cy="414300"/>
          </a:xfrm>
        </p:grpSpPr>
        <p:sp>
          <p:nvSpPr>
            <p:cNvPr id="2044" name="Google Shape;2044;p103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045" name="Google Shape;2045;p103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55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046" name="Google Shape;2046;p103"/>
          <p:cNvSpPr/>
          <p:nvPr/>
        </p:nvSpPr>
        <p:spPr>
          <a:xfrm>
            <a:off x="879450" y="770744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47" name="Google Shape;2047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3741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8" name="Google Shape;2048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3741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9" name="Google Shape;2049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3741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0" name="Google Shape;2050;p10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6020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Google Shape;2051;p10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60204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2" name="Google Shape;2052;p10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60204"/>
            <a:ext cx="300900" cy="3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3" name="Google Shape;2053;p103"/>
          <p:cNvSpPr/>
          <p:nvPr/>
        </p:nvSpPr>
        <p:spPr>
          <a:xfrm>
            <a:off x="916676" y="1992846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103"/>
          <p:cNvSpPr/>
          <p:nvPr/>
        </p:nvSpPr>
        <p:spPr>
          <a:xfrm>
            <a:off x="914728" y="1916545"/>
            <a:ext cx="16437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55" name="Google Shape;2055;p103"/>
          <p:cNvSpPr/>
          <p:nvPr/>
        </p:nvSpPr>
        <p:spPr>
          <a:xfrm>
            <a:off x="1034626" y="214509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56" name="Google Shape;2056;p103"/>
          <p:cNvSpPr txBox="1"/>
          <p:nvPr/>
        </p:nvSpPr>
        <p:spPr>
          <a:xfrm>
            <a:off x="1054401" y="215947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57" name="Google Shape;2057;p103"/>
          <p:cNvSpPr txBox="1"/>
          <p:nvPr/>
        </p:nvSpPr>
        <p:spPr>
          <a:xfrm>
            <a:off x="1644700" y="230661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Fee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058" name="Google Shape;2058;p103"/>
          <p:cNvSpPr/>
          <p:nvPr/>
        </p:nvSpPr>
        <p:spPr>
          <a:xfrm>
            <a:off x="3375613" y="214509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59" name="Google Shape;2059;p103"/>
          <p:cNvSpPr txBox="1"/>
          <p:nvPr/>
        </p:nvSpPr>
        <p:spPr>
          <a:xfrm>
            <a:off x="3395387" y="2152816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 &amp; Shortfall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0" name="Google Shape;2060;p103"/>
          <p:cNvSpPr txBox="1"/>
          <p:nvPr/>
        </p:nvSpPr>
        <p:spPr>
          <a:xfrm>
            <a:off x="3985686" y="231327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Director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Ad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061" name="Google Shape;2061;p103"/>
          <p:cNvSpPr/>
          <p:nvPr/>
        </p:nvSpPr>
        <p:spPr>
          <a:xfrm>
            <a:off x="5704449" y="214509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2" name="Google Shape;2062;p103"/>
          <p:cNvSpPr txBox="1"/>
          <p:nvPr/>
        </p:nvSpPr>
        <p:spPr>
          <a:xfrm>
            <a:off x="5724223" y="215947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Inspection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3" name="Google Shape;2063;p103"/>
          <p:cNvSpPr txBox="1"/>
          <p:nvPr/>
        </p:nvSpPr>
        <p:spPr>
          <a:xfrm>
            <a:off x="6314522" y="230661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Scheduling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Report Verification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064" name="Google Shape;2064;p103"/>
          <p:cNvSpPr/>
          <p:nvPr/>
        </p:nvSpPr>
        <p:spPr>
          <a:xfrm>
            <a:off x="1033650" y="2647546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5" name="Google Shape;2065;p103"/>
          <p:cNvSpPr txBox="1"/>
          <p:nvPr/>
        </p:nvSpPr>
        <p:spPr>
          <a:xfrm>
            <a:off x="1053432" y="266695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Certification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6" name="Google Shape;2066;p103"/>
          <p:cNvSpPr txBox="1"/>
          <p:nvPr/>
        </p:nvSpPr>
        <p:spPr>
          <a:xfrm>
            <a:off x="1643731" y="284150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 Processing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Management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Rejection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067" name="Google Shape;2067;p103"/>
          <p:cNvSpPr/>
          <p:nvPr/>
        </p:nvSpPr>
        <p:spPr>
          <a:xfrm>
            <a:off x="3374650" y="2647421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8" name="Google Shape;2068;p103"/>
          <p:cNvSpPr txBox="1"/>
          <p:nvPr/>
        </p:nvSpPr>
        <p:spPr>
          <a:xfrm>
            <a:off x="3394418" y="267893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Communication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9" name="Google Shape;2069;p103"/>
          <p:cNvSpPr txBox="1"/>
          <p:nvPr/>
        </p:nvSpPr>
        <p:spPr>
          <a:xfrm>
            <a:off x="3984717" y="284835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 &amp; Task Management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070" name="Google Shape;2070;p103"/>
          <p:cNvSpPr/>
          <p:nvPr/>
        </p:nvSpPr>
        <p:spPr>
          <a:xfrm>
            <a:off x="5703475" y="264742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71" name="Google Shape;2071;p103"/>
          <p:cNvSpPr txBox="1"/>
          <p:nvPr/>
        </p:nvSpPr>
        <p:spPr>
          <a:xfrm>
            <a:off x="5723254" y="267302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Records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72" name="Google Shape;2072;p103"/>
          <p:cNvSpPr txBox="1"/>
          <p:nvPr/>
        </p:nvSpPr>
        <p:spPr>
          <a:xfrm>
            <a:off x="6313554" y="283468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Repository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Audit Records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2073" name="Google Shape;2073;p103"/>
          <p:cNvGraphicFramePr/>
          <p:nvPr/>
        </p:nvGraphicFramePr>
        <p:xfrm>
          <a:off x="916698" y="34961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Scheduling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Report Verification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 u="none" cap="none" strike="noStrike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74" name="Google Shape;2074;p103"/>
          <p:cNvSpPr/>
          <p:nvPr/>
        </p:nvSpPr>
        <p:spPr>
          <a:xfrm>
            <a:off x="817028" y="328104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75" name="Google Shape;2075;p10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16844" y="232289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6" name="Google Shape;2076;p10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79850" y="2330607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7" name="Google Shape;2077;p10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79850" y="2852269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8" name="Google Shape;2078;p10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4600" y="2332847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9" name="Google Shape;2079;p10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59500" y="2842987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0" name="Google Shape;2080;p10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32725" y="2862563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4" name="Shape 2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5" name="Google Shape;2085;p104"/>
          <p:cNvSpPr/>
          <p:nvPr/>
        </p:nvSpPr>
        <p:spPr>
          <a:xfrm>
            <a:off x="916676" y="1944984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104"/>
          <p:cNvSpPr/>
          <p:nvPr/>
        </p:nvSpPr>
        <p:spPr>
          <a:xfrm>
            <a:off x="908848" y="1868683"/>
            <a:ext cx="16671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87" name="Google Shape;2087;p104"/>
          <p:cNvSpPr/>
          <p:nvPr/>
        </p:nvSpPr>
        <p:spPr>
          <a:xfrm>
            <a:off x="892501" y="880455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104"/>
          <p:cNvSpPr/>
          <p:nvPr/>
        </p:nvSpPr>
        <p:spPr>
          <a:xfrm>
            <a:off x="2390150" y="278433"/>
            <a:ext cx="46014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9" name="Google Shape;2089;p104"/>
          <p:cNvSpPr/>
          <p:nvPr/>
        </p:nvSpPr>
        <p:spPr>
          <a:xfrm>
            <a:off x="892501" y="278403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104"/>
          <p:cNvSpPr/>
          <p:nvPr/>
        </p:nvSpPr>
        <p:spPr>
          <a:xfrm>
            <a:off x="2722865" y="381588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METROLOGY LICENSE ISSUE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License Application • Inspection • Verification • Licensing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91" name="Google Shape;2091;p104"/>
          <p:cNvSpPr txBox="1"/>
          <p:nvPr/>
        </p:nvSpPr>
        <p:spPr>
          <a:xfrm>
            <a:off x="1144502" y="395097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24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092" name="Google Shape;2092;p104"/>
          <p:cNvGrpSpPr/>
          <p:nvPr/>
        </p:nvGrpSpPr>
        <p:grpSpPr>
          <a:xfrm>
            <a:off x="1000920" y="1000481"/>
            <a:ext cx="2235419" cy="368478"/>
            <a:chOff x="1047542" y="1504021"/>
            <a:chExt cx="1935428" cy="414300"/>
          </a:xfrm>
        </p:grpSpPr>
        <p:sp>
          <p:nvSpPr>
            <p:cNvPr id="2093" name="Google Shape;2093;p104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094" name="Google Shape;2094;p104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Metrology Licensing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095" name="Google Shape;2095;p104"/>
          <p:cNvGrpSpPr/>
          <p:nvPr/>
        </p:nvGrpSpPr>
        <p:grpSpPr>
          <a:xfrm>
            <a:off x="3307553" y="1000463"/>
            <a:ext cx="2349996" cy="368478"/>
            <a:chOff x="3110817" y="1504021"/>
            <a:chExt cx="1935428" cy="414300"/>
          </a:xfrm>
        </p:grpSpPr>
        <p:sp>
          <p:nvSpPr>
            <p:cNvPr id="2096" name="Google Shape;2096;p104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097" name="Google Shape;2097;p104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Licensing / Calibration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098" name="Google Shape;2098;p104"/>
          <p:cNvGrpSpPr/>
          <p:nvPr/>
        </p:nvGrpSpPr>
        <p:grpSpPr>
          <a:xfrm>
            <a:off x="5719739" y="1000481"/>
            <a:ext cx="2235419" cy="368478"/>
            <a:chOff x="5285817" y="1504021"/>
            <a:chExt cx="1935428" cy="414300"/>
          </a:xfrm>
        </p:grpSpPr>
        <p:sp>
          <p:nvSpPr>
            <p:cNvPr id="2099" name="Google Shape;2099;p104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100" name="Google Shape;2100;p104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Director • DD • AD • Inspectors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101" name="Google Shape;2101;p104"/>
          <p:cNvGrpSpPr/>
          <p:nvPr/>
        </p:nvGrpSpPr>
        <p:grpSpPr>
          <a:xfrm>
            <a:off x="1000920" y="1426241"/>
            <a:ext cx="2306786" cy="368478"/>
            <a:chOff x="1047542" y="1504021"/>
            <a:chExt cx="1997218" cy="414300"/>
          </a:xfrm>
        </p:grpSpPr>
        <p:sp>
          <p:nvSpPr>
            <p:cNvPr id="2102" name="Google Shape;2102;p104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103" name="Google Shape;2103;p104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Metrology License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104" name="Google Shape;2104;p104"/>
          <p:cNvGrpSpPr/>
          <p:nvPr/>
        </p:nvGrpSpPr>
        <p:grpSpPr>
          <a:xfrm>
            <a:off x="3307553" y="1426223"/>
            <a:ext cx="2349996" cy="368478"/>
            <a:chOff x="3110817" y="1504021"/>
            <a:chExt cx="1935428" cy="414300"/>
          </a:xfrm>
        </p:grpSpPr>
        <p:sp>
          <p:nvSpPr>
            <p:cNvPr id="2105" name="Google Shape;2105;p104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106" name="Google Shape;2106;p104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13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107" name="Google Shape;2107;p104"/>
          <p:cNvGrpSpPr/>
          <p:nvPr/>
        </p:nvGrpSpPr>
        <p:grpSpPr>
          <a:xfrm>
            <a:off x="5719739" y="1426241"/>
            <a:ext cx="2235419" cy="368478"/>
            <a:chOff x="5285817" y="1504021"/>
            <a:chExt cx="1935428" cy="414300"/>
          </a:xfrm>
        </p:grpSpPr>
        <p:sp>
          <p:nvSpPr>
            <p:cNvPr id="2108" name="Google Shape;2108;p104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109" name="Google Shape;2109;p104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54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110" name="Google Shape;2110;p104"/>
          <p:cNvSpPr/>
          <p:nvPr/>
        </p:nvSpPr>
        <p:spPr>
          <a:xfrm>
            <a:off x="879450" y="770507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1" name="Google Shape;2111;p104"/>
          <p:cNvSpPr/>
          <p:nvPr/>
        </p:nvSpPr>
        <p:spPr>
          <a:xfrm>
            <a:off x="1034626" y="2097237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2" name="Google Shape;2112;p104"/>
          <p:cNvSpPr txBox="1"/>
          <p:nvPr/>
        </p:nvSpPr>
        <p:spPr>
          <a:xfrm>
            <a:off x="1054401" y="211161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3" name="Google Shape;2113;p104"/>
          <p:cNvSpPr txBox="1"/>
          <p:nvPr/>
        </p:nvSpPr>
        <p:spPr>
          <a:xfrm>
            <a:off x="1644700" y="2258751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Category-Wise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14" name="Google Shape;2114;p104"/>
          <p:cNvSpPr/>
          <p:nvPr/>
        </p:nvSpPr>
        <p:spPr>
          <a:xfrm>
            <a:off x="3375613" y="2097237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5" name="Google Shape;2115;p104"/>
          <p:cNvSpPr txBox="1"/>
          <p:nvPr/>
        </p:nvSpPr>
        <p:spPr>
          <a:xfrm>
            <a:off x="3395387" y="211161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Inspection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6" name="Google Shape;2116;p104"/>
          <p:cNvSpPr txBox="1"/>
          <p:nvPr/>
        </p:nvSpPr>
        <p:spPr>
          <a:xfrm>
            <a:off x="3985686" y="2258751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Scheduling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17" name="Google Shape;2117;p104"/>
          <p:cNvSpPr/>
          <p:nvPr/>
        </p:nvSpPr>
        <p:spPr>
          <a:xfrm>
            <a:off x="5704449" y="2097237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8" name="Google Shape;2118;p104"/>
          <p:cNvSpPr txBox="1"/>
          <p:nvPr/>
        </p:nvSpPr>
        <p:spPr>
          <a:xfrm>
            <a:off x="5724223" y="211161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Verification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9" name="Google Shape;2119;p104"/>
          <p:cNvSpPr txBox="1"/>
          <p:nvPr/>
        </p:nvSpPr>
        <p:spPr>
          <a:xfrm>
            <a:off x="6314522" y="2258751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Ad Verification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Dd Approval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Director Approval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20" name="Google Shape;2120;p104"/>
          <p:cNvSpPr/>
          <p:nvPr/>
        </p:nvSpPr>
        <p:spPr>
          <a:xfrm>
            <a:off x="1033650" y="2599683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21" name="Google Shape;2121;p104"/>
          <p:cNvSpPr txBox="1"/>
          <p:nvPr/>
        </p:nvSpPr>
        <p:spPr>
          <a:xfrm>
            <a:off x="1053432" y="261909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Licensing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22" name="Google Shape;2122;p104"/>
          <p:cNvSpPr txBox="1"/>
          <p:nvPr/>
        </p:nvSpPr>
        <p:spPr>
          <a:xfrm>
            <a:off x="1643731" y="2793642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 Processing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Generation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Download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23" name="Google Shape;2123;p104"/>
          <p:cNvSpPr/>
          <p:nvPr/>
        </p:nvSpPr>
        <p:spPr>
          <a:xfrm>
            <a:off x="3374650" y="2599558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24" name="Google Shape;2124;p104"/>
          <p:cNvSpPr txBox="1"/>
          <p:nvPr/>
        </p:nvSpPr>
        <p:spPr>
          <a:xfrm>
            <a:off x="3394418" y="263107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Communication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25" name="Google Shape;2125;p104"/>
          <p:cNvSpPr txBox="1"/>
          <p:nvPr/>
        </p:nvSpPr>
        <p:spPr>
          <a:xfrm>
            <a:off x="3984717" y="280049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Status Tracking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26" name="Google Shape;2126;p104"/>
          <p:cNvSpPr/>
          <p:nvPr/>
        </p:nvSpPr>
        <p:spPr>
          <a:xfrm>
            <a:off x="5703475" y="2599558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27" name="Google Shape;2127;p104"/>
          <p:cNvSpPr txBox="1"/>
          <p:nvPr/>
        </p:nvSpPr>
        <p:spPr>
          <a:xfrm>
            <a:off x="5723254" y="2625159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Records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28" name="Google Shape;2128;p104"/>
          <p:cNvSpPr txBox="1"/>
          <p:nvPr/>
        </p:nvSpPr>
        <p:spPr>
          <a:xfrm>
            <a:off x="6313554" y="2805499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Repository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Rejection Records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2129" name="Google Shape;2129;p104"/>
          <p:cNvGraphicFramePr/>
          <p:nvPr/>
        </p:nvGraphicFramePr>
        <p:xfrm>
          <a:off x="916698" y="34482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Assignment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License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Scheduling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/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Verification &amp; Approval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 u="none" cap="none" strike="noStrike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30" name="Google Shape;2130;p104"/>
          <p:cNvSpPr/>
          <p:nvPr/>
        </p:nvSpPr>
        <p:spPr>
          <a:xfrm>
            <a:off x="817028" y="3233187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131" name="Google Shape;213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3717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2" name="Google Shape;2132;p10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3717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3" name="Google Shape;2133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3717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4" name="Google Shape;2134;p1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5996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5" name="Google Shape;2135;p10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5996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6" name="Google Shape;2136;p10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5996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7" name="Google Shape;2137;p10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59500" y="2802546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8" name="Google Shape;2138;p10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16844" y="2285619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9" name="Google Shape;2139;p10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44600" y="2285456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0" name="Google Shape;2140;p10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32725" y="2805881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1" name="Google Shape;2141;p10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79850" y="2287897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2" name="Google Shape;2142;p10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579850" y="2795448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6" name="Shape 2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Google Shape;2147;p105"/>
          <p:cNvSpPr/>
          <p:nvPr/>
        </p:nvSpPr>
        <p:spPr>
          <a:xfrm>
            <a:off x="916676" y="1933676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105"/>
          <p:cNvSpPr/>
          <p:nvPr/>
        </p:nvSpPr>
        <p:spPr>
          <a:xfrm>
            <a:off x="908848" y="1857375"/>
            <a:ext cx="16671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49" name="Google Shape;2149;p105"/>
          <p:cNvSpPr/>
          <p:nvPr/>
        </p:nvSpPr>
        <p:spPr>
          <a:xfrm>
            <a:off x="892501" y="869146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105"/>
          <p:cNvSpPr/>
          <p:nvPr/>
        </p:nvSpPr>
        <p:spPr>
          <a:xfrm>
            <a:off x="2390150" y="267125"/>
            <a:ext cx="46803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105"/>
          <p:cNvSpPr/>
          <p:nvPr/>
        </p:nvSpPr>
        <p:spPr>
          <a:xfrm>
            <a:off x="892501" y="267095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2" name="Google Shape;2152;p105"/>
          <p:cNvSpPr/>
          <p:nvPr/>
        </p:nvSpPr>
        <p:spPr>
          <a:xfrm>
            <a:off x="2673775" y="370275"/>
            <a:ext cx="45045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METROLOGY LICENSE RENEWAL REGISTRATION</a:t>
            </a:r>
            <a:endParaRPr b="1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License Renewal • Inspection • Verification • Licensing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53" name="Google Shape;2153;p105"/>
          <p:cNvSpPr txBox="1"/>
          <p:nvPr/>
        </p:nvSpPr>
        <p:spPr>
          <a:xfrm>
            <a:off x="1144502" y="38378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25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154" name="Google Shape;2154;p105"/>
          <p:cNvGrpSpPr/>
          <p:nvPr/>
        </p:nvGrpSpPr>
        <p:grpSpPr>
          <a:xfrm>
            <a:off x="1000920" y="989173"/>
            <a:ext cx="2235419" cy="368478"/>
            <a:chOff x="1047542" y="1504021"/>
            <a:chExt cx="1935428" cy="414300"/>
          </a:xfrm>
        </p:grpSpPr>
        <p:sp>
          <p:nvSpPr>
            <p:cNvPr id="2155" name="Google Shape;2155;p105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156" name="Google Shape;2156;p105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Metrology Licensing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157" name="Google Shape;2157;p105"/>
          <p:cNvGrpSpPr/>
          <p:nvPr/>
        </p:nvGrpSpPr>
        <p:grpSpPr>
          <a:xfrm>
            <a:off x="3307553" y="989155"/>
            <a:ext cx="2349996" cy="368478"/>
            <a:chOff x="3110817" y="1504021"/>
            <a:chExt cx="1935428" cy="414300"/>
          </a:xfrm>
        </p:grpSpPr>
        <p:sp>
          <p:nvSpPr>
            <p:cNvPr id="2158" name="Google Shape;2158;p105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159" name="Google Shape;2159;p105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Licensing / Calibration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160" name="Google Shape;2160;p105"/>
          <p:cNvGrpSpPr/>
          <p:nvPr/>
        </p:nvGrpSpPr>
        <p:grpSpPr>
          <a:xfrm>
            <a:off x="5719739" y="989173"/>
            <a:ext cx="2235419" cy="368478"/>
            <a:chOff x="5285817" y="1504021"/>
            <a:chExt cx="1935428" cy="414300"/>
          </a:xfrm>
        </p:grpSpPr>
        <p:sp>
          <p:nvSpPr>
            <p:cNvPr id="2161" name="Google Shape;2161;p105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162" name="Google Shape;2162;p105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Director • DD • AD • Inspectors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163" name="Google Shape;2163;p105"/>
          <p:cNvGrpSpPr/>
          <p:nvPr/>
        </p:nvGrpSpPr>
        <p:grpSpPr>
          <a:xfrm>
            <a:off x="1000920" y="1414932"/>
            <a:ext cx="2306786" cy="368478"/>
            <a:chOff x="1047542" y="1504021"/>
            <a:chExt cx="1997218" cy="414300"/>
          </a:xfrm>
        </p:grpSpPr>
        <p:sp>
          <p:nvSpPr>
            <p:cNvPr id="2164" name="Google Shape;2164;p105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165" name="Google Shape;2165;p105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Metrology License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166" name="Google Shape;2166;p105"/>
          <p:cNvGrpSpPr/>
          <p:nvPr/>
        </p:nvGrpSpPr>
        <p:grpSpPr>
          <a:xfrm>
            <a:off x="3307553" y="1414915"/>
            <a:ext cx="2349996" cy="368478"/>
            <a:chOff x="3110817" y="1504021"/>
            <a:chExt cx="1935428" cy="414300"/>
          </a:xfrm>
        </p:grpSpPr>
        <p:sp>
          <p:nvSpPr>
            <p:cNvPr id="2167" name="Google Shape;2167;p105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168" name="Google Shape;2168;p105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13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169" name="Google Shape;2169;p105"/>
          <p:cNvGrpSpPr/>
          <p:nvPr/>
        </p:nvGrpSpPr>
        <p:grpSpPr>
          <a:xfrm>
            <a:off x="5719739" y="1414932"/>
            <a:ext cx="2235419" cy="368478"/>
            <a:chOff x="5285817" y="1504021"/>
            <a:chExt cx="1935428" cy="414300"/>
          </a:xfrm>
        </p:grpSpPr>
        <p:sp>
          <p:nvSpPr>
            <p:cNvPr id="2170" name="Google Shape;2170;p105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171" name="Google Shape;2171;p105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54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172" name="Google Shape;2172;p105"/>
          <p:cNvSpPr/>
          <p:nvPr/>
        </p:nvSpPr>
        <p:spPr>
          <a:xfrm>
            <a:off x="879450" y="75919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73" name="Google Shape;2173;p105"/>
          <p:cNvSpPr/>
          <p:nvPr/>
        </p:nvSpPr>
        <p:spPr>
          <a:xfrm>
            <a:off x="1034626" y="20859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74" name="Google Shape;2174;p105"/>
          <p:cNvSpPr txBox="1"/>
          <p:nvPr/>
        </p:nvSpPr>
        <p:spPr>
          <a:xfrm>
            <a:off x="1054401" y="21003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75" name="Google Shape;2175;p105"/>
          <p:cNvSpPr txBox="1"/>
          <p:nvPr/>
        </p:nvSpPr>
        <p:spPr>
          <a:xfrm>
            <a:off x="1644700" y="22474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Category-Wise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76" name="Google Shape;2176;p105"/>
          <p:cNvSpPr/>
          <p:nvPr/>
        </p:nvSpPr>
        <p:spPr>
          <a:xfrm>
            <a:off x="3375613" y="20859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77" name="Google Shape;2177;p105"/>
          <p:cNvSpPr txBox="1"/>
          <p:nvPr/>
        </p:nvSpPr>
        <p:spPr>
          <a:xfrm>
            <a:off x="3395387" y="21003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Inspection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78" name="Google Shape;2178;p105"/>
          <p:cNvSpPr txBox="1"/>
          <p:nvPr/>
        </p:nvSpPr>
        <p:spPr>
          <a:xfrm>
            <a:off x="3985686" y="22474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Scheduling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79" name="Google Shape;2179;p105"/>
          <p:cNvSpPr/>
          <p:nvPr/>
        </p:nvSpPr>
        <p:spPr>
          <a:xfrm>
            <a:off x="5704449" y="20859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0" name="Google Shape;2180;p105"/>
          <p:cNvSpPr txBox="1"/>
          <p:nvPr/>
        </p:nvSpPr>
        <p:spPr>
          <a:xfrm>
            <a:off x="5724223" y="21003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Verification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1" name="Google Shape;2181;p105"/>
          <p:cNvSpPr txBox="1"/>
          <p:nvPr/>
        </p:nvSpPr>
        <p:spPr>
          <a:xfrm>
            <a:off x="6314522" y="22474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Ad Verification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Dd Approval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Director Approval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82" name="Google Shape;2182;p105"/>
          <p:cNvSpPr/>
          <p:nvPr/>
        </p:nvSpPr>
        <p:spPr>
          <a:xfrm>
            <a:off x="1033650" y="258837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3" name="Google Shape;2183;p105"/>
          <p:cNvSpPr txBox="1"/>
          <p:nvPr/>
        </p:nvSpPr>
        <p:spPr>
          <a:xfrm>
            <a:off x="1053432" y="260778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Licensing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4" name="Google Shape;2184;p105"/>
          <p:cNvSpPr txBox="1"/>
          <p:nvPr/>
        </p:nvSpPr>
        <p:spPr>
          <a:xfrm>
            <a:off x="1643731" y="278233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 Processing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Generation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Download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85" name="Google Shape;2185;p105"/>
          <p:cNvSpPr/>
          <p:nvPr/>
        </p:nvSpPr>
        <p:spPr>
          <a:xfrm>
            <a:off x="3374650" y="258825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6" name="Google Shape;2186;p105"/>
          <p:cNvSpPr txBox="1"/>
          <p:nvPr/>
        </p:nvSpPr>
        <p:spPr>
          <a:xfrm>
            <a:off x="3394418" y="261976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Communication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7" name="Google Shape;2187;p105"/>
          <p:cNvSpPr txBox="1"/>
          <p:nvPr/>
        </p:nvSpPr>
        <p:spPr>
          <a:xfrm>
            <a:off x="3984717" y="278918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Status Tracking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188" name="Google Shape;2188;p105"/>
          <p:cNvSpPr/>
          <p:nvPr/>
        </p:nvSpPr>
        <p:spPr>
          <a:xfrm>
            <a:off x="5703475" y="258825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89" name="Google Shape;2189;p105"/>
          <p:cNvSpPr txBox="1"/>
          <p:nvPr/>
        </p:nvSpPr>
        <p:spPr>
          <a:xfrm>
            <a:off x="5723254" y="261385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Records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90" name="Google Shape;2190;p105"/>
          <p:cNvSpPr txBox="1"/>
          <p:nvPr/>
        </p:nvSpPr>
        <p:spPr>
          <a:xfrm>
            <a:off x="6313554" y="279419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Management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Repository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Rejection Records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2191" name="Google Shape;2191;p105"/>
          <p:cNvGraphicFramePr/>
          <p:nvPr/>
        </p:nvGraphicFramePr>
        <p:xfrm>
          <a:off x="916698" y="34369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Assignment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License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Scheduling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/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Verification &amp; Approval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 u="none" cap="none" strike="noStrike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192" name="Google Shape;2192;p105"/>
          <p:cNvSpPr/>
          <p:nvPr/>
        </p:nvSpPr>
        <p:spPr>
          <a:xfrm>
            <a:off x="817028" y="322187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193" name="Google Shape;2193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258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4" name="Google Shape;2194;p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258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5" name="Google Shape;2195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258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6" name="Google Shape;2196;p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486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7" name="Google Shape;2197;p10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486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8" name="Google Shape;2198;p10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486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9" name="Google Shape;2199;p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0475" y="227414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0" name="Google Shape;2200;p10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59500" y="279615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1" name="Google Shape;2201;p10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79850" y="2274074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2" name="Google Shape;2202;p10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32719" y="2274086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3" name="Google Shape;2203;p10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79850" y="2781625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4" name="Google Shape;2204;p10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32725" y="2813225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8" name="Shape 2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9" name="Google Shape;2209;p106"/>
          <p:cNvSpPr/>
          <p:nvPr/>
        </p:nvSpPr>
        <p:spPr>
          <a:xfrm>
            <a:off x="916676" y="1997176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106"/>
          <p:cNvSpPr/>
          <p:nvPr/>
        </p:nvSpPr>
        <p:spPr>
          <a:xfrm>
            <a:off x="908848" y="1920863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11" name="Google Shape;2211;p106"/>
          <p:cNvSpPr/>
          <p:nvPr/>
        </p:nvSpPr>
        <p:spPr>
          <a:xfrm>
            <a:off x="892501" y="932646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106"/>
          <p:cNvSpPr/>
          <p:nvPr/>
        </p:nvSpPr>
        <p:spPr>
          <a:xfrm>
            <a:off x="2390150" y="330625"/>
            <a:ext cx="46167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3" name="Google Shape;2213;p106"/>
          <p:cNvSpPr/>
          <p:nvPr/>
        </p:nvSpPr>
        <p:spPr>
          <a:xfrm>
            <a:off x="892501" y="330595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4" name="Google Shape;2214;p106"/>
          <p:cNvSpPr/>
          <p:nvPr/>
        </p:nvSpPr>
        <p:spPr>
          <a:xfrm>
            <a:off x="2722865" y="433780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TANK LORRY CALIBRATION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Calibration • Report Verification • Re-calibration • License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15" name="Google Shape;2215;p106"/>
          <p:cNvSpPr txBox="1"/>
          <p:nvPr/>
        </p:nvSpPr>
        <p:spPr>
          <a:xfrm>
            <a:off x="1144502" y="44728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26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216" name="Google Shape;2216;p106"/>
          <p:cNvGrpSpPr/>
          <p:nvPr/>
        </p:nvGrpSpPr>
        <p:grpSpPr>
          <a:xfrm>
            <a:off x="1000920" y="1052673"/>
            <a:ext cx="2235419" cy="368478"/>
            <a:chOff x="1047542" y="1504021"/>
            <a:chExt cx="1935428" cy="414300"/>
          </a:xfrm>
        </p:grpSpPr>
        <p:sp>
          <p:nvSpPr>
            <p:cNvPr id="2217" name="Google Shape;2217;p106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218" name="Google Shape;2218;p106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Metrology Calibration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19" name="Google Shape;2219;p106"/>
          <p:cNvGrpSpPr/>
          <p:nvPr/>
        </p:nvGrpSpPr>
        <p:grpSpPr>
          <a:xfrm>
            <a:off x="3307553" y="1052655"/>
            <a:ext cx="2349996" cy="368478"/>
            <a:chOff x="3110817" y="1504021"/>
            <a:chExt cx="1935428" cy="414300"/>
          </a:xfrm>
        </p:grpSpPr>
        <p:sp>
          <p:nvSpPr>
            <p:cNvPr id="2220" name="Google Shape;2220;p106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221" name="Google Shape;2221;p106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Calibration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22" name="Google Shape;2222;p106"/>
          <p:cNvGrpSpPr/>
          <p:nvPr/>
        </p:nvGrpSpPr>
        <p:grpSpPr>
          <a:xfrm>
            <a:off x="5719739" y="1052673"/>
            <a:ext cx="2235419" cy="368478"/>
            <a:chOff x="5285817" y="1504021"/>
            <a:chExt cx="1935428" cy="414300"/>
          </a:xfrm>
        </p:grpSpPr>
        <p:sp>
          <p:nvSpPr>
            <p:cNvPr id="2223" name="Google Shape;2223;p106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224" name="Google Shape;2224;p106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Director • DD • AD • Inspectors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25" name="Google Shape;2225;p106"/>
          <p:cNvGrpSpPr/>
          <p:nvPr/>
        </p:nvGrpSpPr>
        <p:grpSpPr>
          <a:xfrm>
            <a:off x="1000920" y="1478432"/>
            <a:ext cx="2306786" cy="368478"/>
            <a:chOff x="1047542" y="1504021"/>
            <a:chExt cx="1997218" cy="414300"/>
          </a:xfrm>
        </p:grpSpPr>
        <p:sp>
          <p:nvSpPr>
            <p:cNvPr id="2226" name="Google Shape;2226;p106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227" name="Google Shape;2227;p106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Tank Lorry Calibration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28" name="Google Shape;2228;p106"/>
          <p:cNvGrpSpPr/>
          <p:nvPr/>
        </p:nvGrpSpPr>
        <p:grpSpPr>
          <a:xfrm>
            <a:off x="3307553" y="1478415"/>
            <a:ext cx="2349996" cy="368478"/>
            <a:chOff x="3110817" y="1504021"/>
            <a:chExt cx="1935428" cy="414300"/>
          </a:xfrm>
        </p:grpSpPr>
        <p:sp>
          <p:nvSpPr>
            <p:cNvPr id="2229" name="Google Shape;2229;p106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230" name="Google Shape;2230;p106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12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31" name="Google Shape;2231;p106"/>
          <p:cNvGrpSpPr/>
          <p:nvPr/>
        </p:nvGrpSpPr>
        <p:grpSpPr>
          <a:xfrm>
            <a:off x="5719739" y="1478432"/>
            <a:ext cx="2235419" cy="368478"/>
            <a:chOff x="5285817" y="1504021"/>
            <a:chExt cx="1935428" cy="414300"/>
          </a:xfrm>
        </p:grpSpPr>
        <p:sp>
          <p:nvSpPr>
            <p:cNvPr id="2232" name="Google Shape;2232;p106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233" name="Google Shape;2233;p106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49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234" name="Google Shape;2234;p106"/>
          <p:cNvSpPr/>
          <p:nvPr/>
        </p:nvSpPr>
        <p:spPr>
          <a:xfrm>
            <a:off x="879450" y="82269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35" name="Google Shape;2235;p106"/>
          <p:cNvSpPr/>
          <p:nvPr/>
        </p:nvSpPr>
        <p:spPr>
          <a:xfrm>
            <a:off x="1034626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36" name="Google Shape;2236;p106"/>
          <p:cNvSpPr txBox="1"/>
          <p:nvPr/>
        </p:nvSpPr>
        <p:spPr>
          <a:xfrm>
            <a:off x="1054401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37" name="Google Shape;2237;p106"/>
          <p:cNvSpPr txBox="1"/>
          <p:nvPr/>
        </p:nvSpPr>
        <p:spPr>
          <a:xfrm>
            <a:off x="1644700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Fee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238" name="Google Shape;2238;p106"/>
          <p:cNvSpPr/>
          <p:nvPr/>
        </p:nvSpPr>
        <p:spPr>
          <a:xfrm>
            <a:off x="3375613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39" name="Google Shape;2239;p106"/>
          <p:cNvSpPr txBox="1"/>
          <p:nvPr/>
        </p:nvSpPr>
        <p:spPr>
          <a:xfrm>
            <a:off x="3395387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Calibration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40" name="Google Shape;2240;p106"/>
          <p:cNvSpPr txBox="1"/>
          <p:nvPr/>
        </p:nvSpPr>
        <p:spPr>
          <a:xfrm>
            <a:off x="3985686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Calibration Scheduling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Calibration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Report Preparation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241" name="Google Shape;2241;p106"/>
          <p:cNvSpPr/>
          <p:nvPr/>
        </p:nvSpPr>
        <p:spPr>
          <a:xfrm>
            <a:off x="5704449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42" name="Google Shape;2242;p106"/>
          <p:cNvSpPr txBox="1"/>
          <p:nvPr/>
        </p:nvSpPr>
        <p:spPr>
          <a:xfrm>
            <a:off x="5724223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Verification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43" name="Google Shape;2243;p106"/>
          <p:cNvSpPr txBox="1"/>
          <p:nvPr/>
        </p:nvSpPr>
        <p:spPr>
          <a:xfrm>
            <a:off x="6314522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Ad/DD Verification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Director Approval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Approval History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244" name="Google Shape;2244;p106"/>
          <p:cNvSpPr/>
          <p:nvPr/>
        </p:nvSpPr>
        <p:spPr>
          <a:xfrm>
            <a:off x="1033650" y="265187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45" name="Google Shape;2245;p106"/>
          <p:cNvSpPr txBox="1"/>
          <p:nvPr/>
        </p:nvSpPr>
        <p:spPr>
          <a:xfrm>
            <a:off x="1053432" y="267128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Licensing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46" name="Google Shape;2246;p106"/>
          <p:cNvSpPr txBox="1"/>
          <p:nvPr/>
        </p:nvSpPr>
        <p:spPr>
          <a:xfrm>
            <a:off x="1643731" y="284583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Management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Volume-Based Fee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License Download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247" name="Google Shape;2247;p106"/>
          <p:cNvSpPr/>
          <p:nvPr/>
        </p:nvSpPr>
        <p:spPr>
          <a:xfrm>
            <a:off x="3374650" y="265175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48" name="Google Shape;2248;p106"/>
          <p:cNvSpPr txBox="1"/>
          <p:nvPr/>
        </p:nvSpPr>
        <p:spPr>
          <a:xfrm>
            <a:off x="3394418" y="268326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Re-Calibration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49" name="Google Shape;2249;p106"/>
          <p:cNvSpPr txBox="1"/>
          <p:nvPr/>
        </p:nvSpPr>
        <p:spPr>
          <a:xfrm>
            <a:off x="3984717" y="285268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Re-Calibration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Updated Report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250" name="Google Shape;2250;p106"/>
          <p:cNvSpPr/>
          <p:nvPr/>
        </p:nvSpPr>
        <p:spPr>
          <a:xfrm>
            <a:off x="5703475" y="265175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51" name="Google Shape;2251;p106"/>
          <p:cNvSpPr txBox="1"/>
          <p:nvPr/>
        </p:nvSpPr>
        <p:spPr>
          <a:xfrm>
            <a:off x="5723254" y="267735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52" name="Google Shape;2252;p106"/>
          <p:cNvSpPr txBox="1"/>
          <p:nvPr/>
        </p:nvSpPr>
        <p:spPr>
          <a:xfrm>
            <a:off x="6313554" y="28377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Rejection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2253" name="Google Shape;2253;p106"/>
          <p:cNvGraphicFramePr/>
          <p:nvPr/>
        </p:nvGraphicFramePr>
        <p:xfrm>
          <a:off x="916698" y="3500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A46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License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Assignment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/ Re-calibration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Scheduling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Report Verification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54" name="Google Shape;2254;p106"/>
          <p:cNvSpPr/>
          <p:nvPr/>
        </p:nvSpPr>
        <p:spPr>
          <a:xfrm>
            <a:off x="817028" y="328537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255" name="Google Shape;2255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6" name="Google Shape;2256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7" name="Google Shape;2257;p10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8" name="Google Shape;2258;p10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9" name="Google Shape;2259;p10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0" name="Google Shape;2260;p10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1" name="Google Shape;2261;p10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0725" y="2337811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2" name="Google Shape;2262;p10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13600" y="2337811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3" name="Google Shape;2263;p10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16844" y="2337811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4" name="Google Shape;2264;p10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16844" y="285473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5" name="Google Shape;2265;p10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12675" y="285473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6" name="Google Shape;2266;p10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59500" y="2854738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0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p107"/>
          <p:cNvSpPr/>
          <p:nvPr/>
        </p:nvSpPr>
        <p:spPr>
          <a:xfrm>
            <a:off x="916676" y="1997176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107"/>
          <p:cNvSpPr/>
          <p:nvPr/>
        </p:nvSpPr>
        <p:spPr>
          <a:xfrm>
            <a:off x="908848" y="1920863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73" name="Google Shape;2273;p107"/>
          <p:cNvSpPr/>
          <p:nvPr/>
        </p:nvSpPr>
        <p:spPr>
          <a:xfrm>
            <a:off x="892501" y="932646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107"/>
          <p:cNvSpPr/>
          <p:nvPr/>
        </p:nvSpPr>
        <p:spPr>
          <a:xfrm>
            <a:off x="2390150" y="330625"/>
            <a:ext cx="47352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5" name="Google Shape;2275;p107"/>
          <p:cNvSpPr/>
          <p:nvPr/>
        </p:nvSpPr>
        <p:spPr>
          <a:xfrm>
            <a:off x="892501" y="330595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107"/>
          <p:cNvSpPr/>
          <p:nvPr/>
        </p:nvSpPr>
        <p:spPr>
          <a:xfrm>
            <a:off x="2656423" y="420453"/>
            <a:ext cx="54381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LPG BOTTLING PLANT / LPG FILLING STATION / FUEL FILLING STATION REGISTRATION SERVICE</a:t>
            </a:r>
            <a:endParaRPr b="1" sz="10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Registration • Inspection • Approval • Registration Certificate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77" name="Google Shape;2277;p107"/>
          <p:cNvSpPr txBox="1"/>
          <p:nvPr/>
        </p:nvSpPr>
        <p:spPr>
          <a:xfrm>
            <a:off x="1144502" y="44728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27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278" name="Google Shape;2278;p107"/>
          <p:cNvGrpSpPr/>
          <p:nvPr/>
        </p:nvGrpSpPr>
        <p:grpSpPr>
          <a:xfrm>
            <a:off x="1000920" y="1052673"/>
            <a:ext cx="2235419" cy="368478"/>
            <a:chOff x="1047542" y="1504021"/>
            <a:chExt cx="1935428" cy="414300"/>
          </a:xfrm>
        </p:grpSpPr>
        <p:sp>
          <p:nvSpPr>
            <p:cNvPr id="2279" name="Google Shape;2279;p107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280" name="Google Shape;2280;p107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Fuel / LPG Establishment Registration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81" name="Google Shape;2281;p107"/>
          <p:cNvGrpSpPr/>
          <p:nvPr/>
        </p:nvGrpSpPr>
        <p:grpSpPr>
          <a:xfrm>
            <a:off x="3307553" y="1052655"/>
            <a:ext cx="2349996" cy="368478"/>
            <a:chOff x="3110817" y="1504021"/>
            <a:chExt cx="1935428" cy="414300"/>
          </a:xfrm>
        </p:grpSpPr>
        <p:sp>
          <p:nvSpPr>
            <p:cNvPr id="2282" name="Google Shape;2282;p107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283" name="Google Shape;2283;p107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Registration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84" name="Google Shape;2284;p107"/>
          <p:cNvGrpSpPr/>
          <p:nvPr/>
        </p:nvGrpSpPr>
        <p:grpSpPr>
          <a:xfrm>
            <a:off x="5719739" y="1052673"/>
            <a:ext cx="2235419" cy="368478"/>
            <a:chOff x="5285817" y="1504021"/>
            <a:chExt cx="1935428" cy="414300"/>
          </a:xfrm>
        </p:grpSpPr>
        <p:sp>
          <p:nvSpPr>
            <p:cNvPr id="2285" name="Google Shape;2285;p107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286" name="Google Shape;2286;p107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Director • DD • AD • Inspectors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87" name="Google Shape;2287;p107"/>
          <p:cNvGrpSpPr/>
          <p:nvPr/>
        </p:nvGrpSpPr>
        <p:grpSpPr>
          <a:xfrm>
            <a:off x="1000920" y="1478432"/>
            <a:ext cx="2306786" cy="368478"/>
            <a:chOff x="1047542" y="1504021"/>
            <a:chExt cx="1997218" cy="414300"/>
          </a:xfrm>
        </p:grpSpPr>
        <p:sp>
          <p:nvSpPr>
            <p:cNvPr id="2288" name="Google Shape;2288;p107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289" name="Google Shape;2289;p107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Registration &amp; Certification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90" name="Google Shape;2290;p107"/>
          <p:cNvGrpSpPr/>
          <p:nvPr/>
        </p:nvGrpSpPr>
        <p:grpSpPr>
          <a:xfrm>
            <a:off x="3307553" y="1478415"/>
            <a:ext cx="2349996" cy="368478"/>
            <a:chOff x="3110817" y="1504021"/>
            <a:chExt cx="1935428" cy="414300"/>
          </a:xfrm>
        </p:grpSpPr>
        <p:sp>
          <p:nvSpPr>
            <p:cNvPr id="2291" name="Google Shape;2291;p107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292" name="Google Shape;2292;p107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12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293" name="Google Shape;2293;p107"/>
          <p:cNvGrpSpPr/>
          <p:nvPr/>
        </p:nvGrpSpPr>
        <p:grpSpPr>
          <a:xfrm>
            <a:off x="5719739" y="1478432"/>
            <a:ext cx="2235419" cy="368478"/>
            <a:chOff x="5285817" y="1504021"/>
            <a:chExt cx="1935428" cy="414300"/>
          </a:xfrm>
        </p:grpSpPr>
        <p:sp>
          <p:nvSpPr>
            <p:cNvPr id="2294" name="Google Shape;2294;p107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295" name="Google Shape;2295;p107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53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296" name="Google Shape;2296;p107"/>
          <p:cNvSpPr/>
          <p:nvPr/>
        </p:nvSpPr>
        <p:spPr>
          <a:xfrm>
            <a:off x="879450" y="82269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97" name="Google Shape;2297;p107"/>
          <p:cNvSpPr/>
          <p:nvPr/>
        </p:nvSpPr>
        <p:spPr>
          <a:xfrm>
            <a:off x="1034626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98" name="Google Shape;2298;p107"/>
          <p:cNvSpPr txBox="1"/>
          <p:nvPr/>
        </p:nvSpPr>
        <p:spPr>
          <a:xfrm>
            <a:off x="1054401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99" name="Google Shape;2299;p107"/>
          <p:cNvSpPr txBox="1"/>
          <p:nvPr/>
        </p:nvSpPr>
        <p:spPr>
          <a:xfrm>
            <a:off x="1644700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Fee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300" name="Google Shape;2300;p107"/>
          <p:cNvSpPr/>
          <p:nvPr/>
        </p:nvSpPr>
        <p:spPr>
          <a:xfrm>
            <a:off x="3375613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01" name="Google Shape;2301;p107"/>
          <p:cNvSpPr txBox="1"/>
          <p:nvPr/>
        </p:nvSpPr>
        <p:spPr>
          <a:xfrm>
            <a:off x="3395387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02" name="Google Shape;2302;p107"/>
          <p:cNvSpPr txBox="1"/>
          <p:nvPr/>
        </p:nvSpPr>
        <p:spPr>
          <a:xfrm>
            <a:off x="3985686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303" name="Google Shape;2303;p107"/>
          <p:cNvSpPr/>
          <p:nvPr/>
        </p:nvSpPr>
        <p:spPr>
          <a:xfrm>
            <a:off x="5704449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04" name="Google Shape;2304;p107"/>
          <p:cNvSpPr txBox="1"/>
          <p:nvPr/>
        </p:nvSpPr>
        <p:spPr>
          <a:xfrm>
            <a:off x="5724223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Inspection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05" name="Google Shape;2305;p107"/>
          <p:cNvSpPr txBox="1"/>
          <p:nvPr/>
        </p:nvSpPr>
        <p:spPr>
          <a:xfrm>
            <a:off x="6314522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Scheduling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Management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Report Verification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306" name="Google Shape;2306;p107"/>
          <p:cNvSpPr/>
          <p:nvPr/>
        </p:nvSpPr>
        <p:spPr>
          <a:xfrm>
            <a:off x="1033650" y="265187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07" name="Google Shape;2307;p107"/>
          <p:cNvSpPr txBox="1"/>
          <p:nvPr/>
        </p:nvSpPr>
        <p:spPr>
          <a:xfrm>
            <a:off x="1053432" y="267128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Re-Inspection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08" name="Google Shape;2308;p107"/>
          <p:cNvSpPr txBox="1"/>
          <p:nvPr/>
        </p:nvSpPr>
        <p:spPr>
          <a:xfrm>
            <a:off x="1643731" y="284583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 Request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Scheduling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Updated Report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309" name="Google Shape;2309;p107"/>
          <p:cNvSpPr/>
          <p:nvPr/>
        </p:nvSpPr>
        <p:spPr>
          <a:xfrm>
            <a:off x="3374650" y="265175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10" name="Google Shape;2310;p107"/>
          <p:cNvSpPr txBox="1"/>
          <p:nvPr/>
        </p:nvSpPr>
        <p:spPr>
          <a:xfrm>
            <a:off x="3394418" y="268326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Registration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11" name="Google Shape;2311;p107"/>
          <p:cNvSpPr txBox="1"/>
          <p:nvPr/>
        </p:nvSpPr>
        <p:spPr>
          <a:xfrm>
            <a:off x="3984717" y="285268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 Processing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Certificate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Number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312" name="Google Shape;2312;p107"/>
          <p:cNvSpPr/>
          <p:nvPr/>
        </p:nvSpPr>
        <p:spPr>
          <a:xfrm>
            <a:off x="5703475" y="265175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13" name="Google Shape;2313;p107"/>
          <p:cNvSpPr txBox="1"/>
          <p:nvPr/>
        </p:nvSpPr>
        <p:spPr>
          <a:xfrm>
            <a:off x="5723254" y="267735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14" name="Google Shape;2314;p107"/>
          <p:cNvSpPr txBox="1"/>
          <p:nvPr/>
        </p:nvSpPr>
        <p:spPr>
          <a:xfrm>
            <a:off x="6313554" y="285769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Rejection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Documents</a:t>
            </a:r>
            <a:endParaRPr sz="6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graphicFrame>
        <p:nvGraphicFramePr>
          <p:cNvPr id="2315" name="Google Shape;2315;p107"/>
          <p:cNvGraphicFramePr/>
          <p:nvPr/>
        </p:nvGraphicFramePr>
        <p:xfrm>
          <a:off x="916698" y="350044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{C28EC6EC-9115-40D4-A608-24F49C3C5A9B}</a:tableStyleId>
              </a:tblPr>
              <a:tblGrid>
                <a:gridCol w="516100"/>
                <a:gridCol w="2325825"/>
                <a:gridCol w="900575"/>
                <a:gridCol w="588125"/>
                <a:gridCol w="1823175"/>
                <a:gridCol w="976900"/>
              </a:tblGrid>
              <a:tr h="187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SL NO.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sz="800" u="none" cap="none" strike="noStrike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Registration Certificate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Scheduling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Report Verification &amp; Approval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34300" marB="34300" marR="68600" marL="68600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CFD7E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 u="none" cap="none" strike="noStrike">
                        <a:solidFill>
                          <a:srgbClr val="1F293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 u="none" cap="none" strike="noStrike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 anchor="ctr">
                    <a:lnL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16" name="Google Shape;2316;p107"/>
          <p:cNvSpPr/>
          <p:nvPr/>
        </p:nvSpPr>
        <p:spPr>
          <a:xfrm>
            <a:off x="817028" y="328537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17" name="Google Shape;2317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8" name="Google Shape;2318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9" name="Google Shape;2319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0" name="Google Shape;2320;p1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1" name="Google Shape;2321;p10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2" name="Google Shape;2322;p10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3" name="Google Shape;2323;p10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63975" y="2311124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4" name="Google Shape;2324;p10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0725" y="2311124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5" name="Google Shape;2325;p10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63975" y="285175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6" name="Google Shape;2326;p10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09422" y="2856206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7" name="Google Shape;2327;p10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259500" y="285175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8" name="Google Shape;2328;p10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02503" y="2332290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2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p108"/>
          <p:cNvSpPr/>
          <p:nvPr/>
        </p:nvSpPr>
        <p:spPr>
          <a:xfrm>
            <a:off x="916676" y="1971080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4" name="Google Shape;2334;p108"/>
          <p:cNvSpPr/>
          <p:nvPr/>
        </p:nvSpPr>
        <p:spPr>
          <a:xfrm>
            <a:off x="908848" y="1894767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35" name="Google Shape;2335;p108"/>
          <p:cNvSpPr/>
          <p:nvPr/>
        </p:nvSpPr>
        <p:spPr>
          <a:xfrm>
            <a:off x="892501" y="906550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6" name="Google Shape;2336;p108"/>
          <p:cNvSpPr/>
          <p:nvPr/>
        </p:nvSpPr>
        <p:spPr>
          <a:xfrm>
            <a:off x="2390150" y="304525"/>
            <a:ext cx="47319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108"/>
          <p:cNvSpPr/>
          <p:nvPr/>
        </p:nvSpPr>
        <p:spPr>
          <a:xfrm>
            <a:off x="892501" y="304499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108"/>
          <p:cNvSpPr/>
          <p:nvPr/>
        </p:nvSpPr>
        <p:spPr>
          <a:xfrm>
            <a:off x="2628733" y="391062"/>
            <a:ext cx="4559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LPG BOTTLING PLANT / LPG FILLING STATION / FUEL FILLING STATION RENEWAL</a:t>
            </a:r>
            <a:endParaRPr b="1" sz="10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Registration • Inspection • Approval • Registration Certificate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39" name="Google Shape;2339;p108"/>
          <p:cNvSpPr txBox="1"/>
          <p:nvPr/>
        </p:nvSpPr>
        <p:spPr>
          <a:xfrm>
            <a:off x="1144502" y="421193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28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340" name="Google Shape;2340;p108"/>
          <p:cNvGrpSpPr/>
          <p:nvPr/>
        </p:nvGrpSpPr>
        <p:grpSpPr>
          <a:xfrm>
            <a:off x="1000920" y="1026577"/>
            <a:ext cx="2235419" cy="368478"/>
            <a:chOff x="1047542" y="1504021"/>
            <a:chExt cx="1935428" cy="414300"/>
          </a:xfrm>
        </p:grpSpPr>
        <p:sp>
          <p:nvSpPr>
            <p:cNvPr id="2341" name="Google Shape;2341;p108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342" name="Google Shape;2342;p108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Fuel / LPG Establishment Registration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343" name="Google Shape;2343;p108"/>
          <p:cNvGrpSpPr/>
          <p:nvPr/>
        </p:nvGrpSpPr>
        <p:grpSpPr>
          <a:xfrm>
            <a:off x="3307553" y="1026559"/>
            <a:ext cx="2349996" cy="368478"/>
            <a:chOff x="3110817" y="1504021"/>
            <a:chExt cx="1935428" cy="414300"/>
          </a:xfrm>
        </p:grpSpPr>
        <p:sp>
          <p:nvSpPr>
            <p:cNvPr id="2344" name="Google Shape;2344;p108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345" name="Google Shape;2345;p108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Registration / Certification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346" name="Google Shape;2346;p108"/>
          <p:cNvGrpSpPr/>
          <p:nvPr/>
        </p:nvGrpSpPr>
        <p:grpSpPr>
          <a:xfrm>
            <a:off x="5719739" y="1026577"/>
            <a:ext cx="2235419" cy="368478"/>
            <a:chOff x="5285817" y="1504021"/>
            <a:chExt cx="1935428" cy="414300"/>
          </a:xfrm>
        </p:grpSpPr>
        <p:sp>
          <p:nvSpPr>
            <p:cNvPr id="2347" name="Google Shape;2347;p108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348" name="Google Shape;2348;p108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Director • DD • AD • Inspectors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349" name="Google Shape;2349;p108"/>
          <p:cNvGrpSpPr/>
          <p:nvPr/>
        </p:nvGrpSpPr>
        <p:grpSpPr>
          <a:xfrm>
            <a:off x="1000920" y="1452337"/>
            <a:ext cx="2306786" cy="368478"/>
            <a:chOff x="1047542" y="1504021"/>
            <a:chExt cx="1997218" cy="414300"/>
          </a:xfrm>
        </p:grpSpPr>
        <p:sp>
          <p:nvSpPr>
            <p:cNvPr id="2350" name="Google Shape;2350;p108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351" name="Google Shape;2351;p108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Registration &amp; Certification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352" name="Google Shape;2352;p108"/>
          <p:cNvGrpSpPr/>
          <p:nvPr/>
        </p:nvGrpSpPr>
        <p:grpSpPr>
          <a:xfrm>
            <a:off x="3307553" y="1452319"/>
            <a:ext cx="2349996" cy="368478"/>
            <a:chOff x="3110817" y="1504021"/>
            <a:chExt cx="1935428" cy="414300"/>
          </a:xfrm>
        </p:grpSpPr>
        <p:sp>
          <p:nvSpPr>
            <p:cNvPr id="2353" name="Google Shape;2353;p108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354" name="Google Shape;2354;p108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12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355" name="Google Shape;2355;p108"/>
          <p:cNvGrpSpPr/>
          <p:nvPr/>
        </p:nvGrpSpPr>
        <p:grpSpPr>
          <a:xfrm>
            <a:off x="5719739" y="1452337"/>
            <a:ext cx="2235419" cy="368478"/>
            <a:chOff x="5285817" y="1504021"/>
            <a:chExt cx="1935428" cy="414300"/>
          </a:xfrm>
        </p:grpSpPr>
        <p:sp>
          <p:nvSpPr>
            <p:cNvPr id="2356" name="Google Shape;2356;p108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357" name="Google Shape;2357;p108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53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358" name="Google Shape;2358;p108"/>
          <p:cNvSpPr/>
          <p:nvPr/>
        </p:nvSpPr>
        <p:spPr>
          <a:xfrm>
            <a:off x="879450" y="796603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59" name="Google Shape;2359;p108"/>
          <p:cNvSpPr/>
          <p:nvPr/>
        </p:nvSpPr>
        <p:spPr>
          <a:xfrm>
            <a:off x="1034626" y="212333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0" name="Google Shape;2360;p108"/>
          <p:cNvSpPr txBox="1"/>
          <p:nvPr/>
        </p:nvSpPr>
        <p:spPr>
          <a:xfrm>
            <a:off x="1054401" y="213771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1" name="Google Shape;2361;p108"/>
          <p:cNvSpPr txBox="1"/>
          <p:nvPr/>
        </p:nvSpPr>
        <p:spPr>
          <a:xfrm>
            <a:off x="1644700" y="228484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Fee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362" name="Google Shape;2362;p108"/>
          <p:cNvSpPr/>
          <p:nvPr/>
        </p:nvSpPr>
        <p:spPr>
          <a:xfrm>
            <a:off x="3375613" y="212333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3" name="Google Shape;2363;p108"/>
          <p:cNvSpPr txBox="1"/>
          <p:nvPr/>
        </p:nvSpPr>
        <p:spPr>
          <a:xfrm>
            <a:off x="3395387" y="213771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4" name="Google Shape;2364;p108"/>
          <p:cNvSpPr txBox="1"/>
          <p:nvPr/>
        </p:nvSpPr>
        <p:spPr>
          <a:xfrm>
            <a:off x="3985686" y="228484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365" name="Google Shape;2365;p108"/>
          <p:cNvSpPr/>
          <p:nvPr/>
        </p:nvSpPr>
        <p:spPr>
          <a:xfrm>
            <a:off x="5704449" y="212333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6" name="Google Shape;2366;p108"/>
          <p:cNvSpPr txBox="1"/>
          <p:nvPr/>
        </p:nvSpPr>
        <p:spPr>
          <a:xfrm>
            <a:off x="5724223" y="213771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Identification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7" name="Google Shape;2367;p108"/>
          <p:cNvSpPr txBox="1"/>
          <p:nvPr/>
        </p:nvSpPr>
        <p:spPr>
          <a:xfrm>
            <a:off x="6314522" y="228484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Scheduling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Management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Report Verification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368" name="Google Shape;2368;p108"/>
          <p:cNvSpPr/>
          <p:nvPr/>
        </p:nvSpPr>
        <p:spPr>
          <a:xfrm>
            <a:off x="1033650" y="2625779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9" name="Google Shape;2369;p108"/>
          <p:cNvSpPr txBox="1"/>
          <p:nvPr/>
        </p:nvSpPr>
        <p:spPr>
          <a:xfrm>
            <a:off x="1053432" y="264519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Re-Inspection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70" name="Google Shape;2370;p108"/>
          <p:cNvSpPr txBox="1"/>
          <p:nvPr/>
        </p:nvSpPr>
        <p:spPr>
          <a:xfrm>
            <a:off x="1643731" y="2819738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 Request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Scheduling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Updated Report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371" name="Google Shape;2371;p108"/>
          <p:cNvSpPr/>
          <p:nvPr/>
        </p:nvSpPr>
        <p:spPr>
          <a:xfrm>
            <a:off x="3374650" y="2625654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72" name="Google Shape;2372;p108"/>
          <p:cNvSpPr txBox="1"/>
          <p:nvPr/>
        </p:nvSpPr>
        <p:spPr>
          <a:xfrm>
            <a:off x="3394418" y="265716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Registration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73" name="Google Shape;2373;p108"/>
          <p:cNvSpPr txBox="1"/>
          <p:nvPr/>
        </p:nvSpPr>
        <p:spPr>
          <a:xfrm>
            <a:off x="3984717" y="282659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 Processing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Certificate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Number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374" name="Google Shape;2374;p108"/>
          <p:cNvSpPr/>
          <p:nvPr/>
        </p:nvSpPr>
        <p:spPr>
          <a:xfrm>
            <a:off x="5703475" y="2625654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75" name="Google Shape;2375;p108"/>
          <p:cNvSpPr txBox="1"/>
          <p:nvPr/>
        </p:nvSpPr>
        <p:spPr>
          <a:xfrm>
            <a:off x="5723254" y="265125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76" name="Google Shape;2376;p108"/>
          <p:cNvSpPr txBox="1"/>
          <p:nvPr/>
        </p:nvSpPr>
        <p:spPr>
          <a:xfrm>
            <a:off x="6313554" y="283159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Rejection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 Notifications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377" name="Google Shape;2377;p108"/>
          <p:cNvSpPr/>
          <p:nvPr/>
        </p:nvSpPr>
        <p:spPr>
          <a:xfrm>
            <a:off x="817028" y="3259283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378" name="Google Shape;2378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6327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9" name="Google Shape;2379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6327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0" name="Google Shape;2380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6327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1" name="Google Shape;2381;p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8606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2" name="Google Shape;2382;p10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8606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3" name="Google Shape;2383;p10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86063"/>
            <a:ext cx="300900" cy="300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84" name="Google Shape;2384;p108"/>
          <p:cNvGraphicFramePr/>
          <p:nvPr/>
        </p:nvGraphicFramePr>
        <p:xfrm>
          <a:off x="1006675" y="34911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{D9114FF2-5FDB-4E9E-B8EF-CF93E602EDC2}</a:tableStyleId>
              </a:tblPr>
              <a:tblGrid>
                <a:gridCol w="516125"/>
                <a:gridCol w="2212350"/>
                <a:gridCol w="819025"/>
                <a:gridCol w="599475"/>
                <a:gridCol w="1968325"/>
                <a:gridCol w="1015350"/>
              </a:tblGrid>
              <a:tr h="174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Sl. No.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Sl. No.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228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Registration Certificate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Scheduling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38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Report Verification &amp; Approval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385" name="Google Shape;2385;p10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63975" y="228502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6" name="Google Shape;2386;p10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63975" y="2825662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7" name="Google Shape;2387;p10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81200" y="228502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8" name="Google Shape;2388;p10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09422" y="2825662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9" name="Google Shape;2389;p10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0725" y="2285028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0" name="Google Shape;2390;p10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59500" y="2825662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4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5" name="Google Shape;2395;p109"/>
          <p:cNvSpPr/>
          <p:nvPr/>
        </p:nvSpPr>
        <p:spPr>
          <a:xfrm>
            <a:off x="916676" y="1910585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109"/>
          <p:cNvSpPr/>
          <p:nvPr/>
        </p:nvSpPr>
        <p:spPr>
          <a:xfrm>
            <a:off x="908848" y="1834272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97" name="Google Shape;2397;p109"/>
          <p:cNvSpPr/>
          <p:nvPr/>
        </p:nvSpPr>
        <p:spPr>
          <a:xfrm>
            <a:off x="892501" y="846055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109"/>
          <p:cNvSpPr/>
          <p:nvPr/>
        </p:nvSpPr>
        <p:spPr>
          <a:xfrm>
            <a:off x="2390150" y="244034"/>
            <a:ext cx="47193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109"/>
          <p:cNvSpPr/>
          <p:nvPr/>
        </p:nvSpPr>
        <p:spPr>
          <a:xfrm>
            <a:off x="892501" y="244004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109"/>
          <p:cNvSpPr/>
          <p:nvPr/>
        </p:nvSpPr>
        <p:spPr>
          <a:xfrm>
            <a:off x="2663947" y="347189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BUILDING (FLAT) / ESTABLISHMENT MEASUREMENT</a:t>
            </a:r>
            <a:endParaRPr b="1" sz="13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Building Measurement • Inspection • Verification • Measurement Certificate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01" name="Google Shape;2401;p109"/>
          <p:cNvSpPr txBox="1"/>
          <p:nvPr/>
        </p:nvSpPr>
        <p:spPr>
          <a:xfrm>
            <a:off x="1144502" y="360698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29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402" name="Google Shape;2402;p109"/>
          <p:cNvGrpSpPr/>
          <p:nvPr/>
        </p:nvGrpSpPr>
        <p:grpSpPr>
          <a:xfrm>
            <a:off x="1000920" y="966082"/>
            <a:ext cx="2235419" cy="368478"/>
            <a:chOff x="1047542" y="1504021"/>
            <a:chExt cx="1935428" cy="414300"/>
          </a:xfrm>
        </p:grpSpPr>
        <p:sp>
          <p:nvSpPr>
            <p:cNvPr id="2403" name="Google Shape;2403;p109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04" name="Google Shape;2404;p109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Measurement &amp; Certification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05" name="Google Shape;2405;p109"/>
          <p:cNvGrpSpPr/>
          <p:nvPr/>
        </p:nvGrpSpPr>
        <p:grpSpPr>
          <a:xfrm>
            <a:off x="3307553" y="966064"/>
            <a:ext cx="2349996" cy="368478"/>
            <a:chOff x="3110817" y="1504021"/>
            <a:chExt cx="1935428" cy="414300"/>
          </a:xfrm>
        </p:grpSpPr>
        <p:sp>
          <p:nvSpPr>
            <p:cNvPr id="2406" name="Google Shape;2406;p109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07" name="Google Shape;2407;p109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Measurement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08" name="Google Shape;2408;p109"/>
          <p:cNvGrpSpPr/>
          <p:nvPr/>
        </p:nvGrpSpPr>
        <p:grpSpPr>
          <a:xfrm>
            <a:off x="5719739" y="966082"/>
            <a:ext cx="2235419" cy="368478"/>
            <a:chOff x="5285817" y="1504021"/>
            <a:chExt cx="1935428" cy="414300"/>
          </a:xfrm>
        </p:grpSpPr>
        <p:sp>
          <p:nvSpPr>
            <p:cNvPr id="2409" name="Google Shape;2409;p109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10" name="Google Shape;2410;p109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Director • DD • AD • Inspectors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11" name="Google Shape;2411;p109"/>
          <p:cNvGrpSpPr/>
          <p:nvPr/>
        </p:nvGrpSpPr>
        <p:grpSpPr>
          <a:xfrm>
            <a:off x="1000920" y="1391842"/>
            <a:ext cx="2306786" cy="368478"/>
            <a:chOff x="1047542" y="1504021"/>
            <a:chExt cx="1997218" cy="414300"/>
          </a:xfrm>
        </p:grpSpPr>
        <p:sp>
          <p:nvSpPr>
            <p:cNvPr id="2412" name="Google Shape;2412;p109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13" name="Google Shape;2413;p109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Building / Establishment Measurement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14" name="Google Shape;2414;p109"/>
          <p:cNvGrpSpPr/>
          <p:nvPr/>
        </p:nvGrpSpPr>
        <p:grpSpPr>
          <a:xfrm>
            <a:off x="3307553" y="1391824"/>
            <a:ext cx="2349996" cy="368478"/>
            <a:chOff x="3110817" y="1504021"/>
            <a:chExt cx="1935428" cy="414300"/>
          </a:xfrm>
        </p:grpSpPr>
        <p:sp>
          <p:nvSpPr>
            <p:cNvPr id="2415" name="Google Shape;2415;p109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16" name="Google Shape;2416;p109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12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17" name="Google Shape;2417;p109"/>
          <p:cNvGrpSpPr/>
          <p:nvPr/>
        </p:nvGrpSpPr>
        <p:grpSpPr>
          <a:xfrm>
            <a:off x="5719739" y="1391842"/>
            <a:ext cx="2235419" cy="368478"/>
            <a:chOff x="5285817" y="1504021"/>
            <a:chExt cx="1935428" cy="414300"/>
          </a:xfrm>
        </p:grpSpPr>
        <p:sp>
          <p:nvSpPr>
            <p:cNvPr id="2418" name="Google Shape;2418;p109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19" name="Google Shape;2419;p109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53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420" name="Google Shape;2420;p109"/>
          <p:cNvSpPr/>
          <p:nvPr/>
        </p:nvSpPr>
        <p:spPr>
          <a:xfrm>
            <a:off x="879450" y="736108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1" name="Google Shape;2421;p109"/>
          <p:cNvSpPr/>
          <p:nvPr/>
        </p:nvSpPr>
        <p:spPr>
          <a:xfrm>
            <a:off x="1034626" y="2062838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2" name="Google Shape;2422;p109"/>
          <p:cNvSpPr txBox="1"/>
          <p:nvPr/>
        </p:nvSpPr>
        <p:spPr>
          <a:xfrm>
            <a:off x="1054401" y="2077216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3" name="Google Shape;2423;p109"/>
          <p:cNvSpPr txBox="1"/>
          <p:nvPr/>
        </p:nvSpPr>
        <p:spPr>
          <a:xfrm>
            <a:off x="1644700" y="2224352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Measurement Fee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424" name="Google Shape;2424;p109"/>
          <p:cNvSpPr/>
          <p:nvPr/>
        </p:nvSpPr>
        <p:spPr>
          <a:xfrm>
            <a:off x="3375613" y="2062838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5" name="Google Shape;2425;p109"/>
          <p:cNvSpPr txBox="1"/>
          <p:nvPr/>
        </p:nvSpPr>
        <p:spPr>
          <a:xfrm>
            <a:off x="3395387" y="2077216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6" name="Google Shape;2426;p109"/>
          <p:cNvSpPr txBox="1"/>
          <p:nvPr/>
        </p:nvSpPr>
        <p:spPr>
          <a:xfrm>
            <a:off x="3985686" y="2224352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Resubmission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427" name="Google Shape;2427;p109"/>
          <p:cNvSpPr/>
          <p:nvPr/>
        </p:nvSpPr>
        <p:spPr>
          <a:xfrm>
            <a:off x="5704449" y="2062838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8" name="Google Shape;2428;p109"/>
          <p:cNvSpPr txBox="1"/>
          <p:nvPr/>
        </p:nvSpPr>
        <p:spPr>
          <a:xfrm>
            <a:off x="5724223" y="2077216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Measurement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29" name="Google Shape;2429;p109"/>
          <p:cNvSpPr txBox="1"/>
          <p:nvPr/>
        </p:nvSpPr>
        <p:spPr>
          <a:xfrm>
            <a:off x="6314522" y="2224352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Scheduling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On-Site Measurement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Inspection Report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430" name="Google Shape;2430;p109"/>
          <p:cNvSpPr/>
          <p:nvPr/>
        </p:nvSpPr>
        <p:spPr>
          <a:xfrm>
            <a:off x="1033650" y="2565284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1" name="Google Shape;2431;p109"/>
          <p:cNvSpPr txBox="1"/>
          <p:nvPr/>
        </p:nvSpPr>
        <p:spPr>
          <a:xfrm>
            <a:off x="1053432" y="2584696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Verification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2" name="Google Shape;2432;p109"/>
          <p:cNvSpPr txBox="1"/>
          <p:nvPr/>
        </p:nvSpPr>
        <p:spPr>
          <a:xfrm>
            <a:off x="1643731" y="27592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Ad Verification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Dd Approval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Director Decision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433" name="Google Shape;2433;p109"/>
          <p:cNvSpPr/>
          <p:nvPr/>
        </p:nvSpPr>
        <p:spPr>
          <a:xfrm>
            <a:off x="3374650" y="2565159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4" name="Google Shape;2434;p109"/>
          <p:cNvSpPr txBox="1"/>
          <p:nvPr/>
        </p:nvSpPr>
        <p:spPr>
          <a:xfrm>
            <a:off x="3394418" y="2596673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Certificate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5" name="Google Shape;2435;p109"/>
          <p:cNvSpPr txBox="1"/>
          <p:nvPr/>
        </p:nvSpPr>
        <p:spPr>
          <a:xfrm>
            <a:off x="3984717" y="276609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 Processing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Number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Registration Paper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436" name="Google Shape;2436;p109"/>
          <p:cNvSpPr/>
          <p:nvPr/>
        </p:nvSpPr>
        <p:spPr>
          <a:xfrm>
            <a:off x="5703475" y="2565159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7" name="Google Shape;2437;p109"/>
          <p:cNvSpPr txBox="1"/>
          <p:nvPr/>
        </p:nvSpPr>
        <p:spPr>
          <a:xfrm>
            <a:off x="5723254" y="2590760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38" name="Google Shape;2438;p109"/>
          <p:cNvSpPr txBox="1"/>
          <p:nvPr/>
        </p:nvSpPr>
        <p:spPr>
          <a:xfrm>
            <a:off x="6313554" y="277110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Management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Rejection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439" name="Google Shape;2439;p109"/>
          <p:cNvSpPr/>
          <p:nvPr/>
        </p:nvSpPr>
        <p:spPr>
          <a:xfrm>
            <a:off x="817028" y="3198788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440" name="Google Shape;2440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0277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1" name="Google Shape;2441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0277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2" name="Google Shape;2442;p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0277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3" name="Google Shape;2443;p10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2556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4" name="Google Shape;2444;p10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25567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5" name="Google Shape;2445;p10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25567"/>
            <a:ext cx="300900" cy="300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46" name="Google Shape;2446;p109"/>
          <p:cNvGraphicFramePr/>
          <p:nvPr/>
        </p:nvGraphicFramePr>
        <p:xfrm>
          <a:off x="954375" y="34306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{D9114FF2-5FDB-4E9E-B8EF-CF93E602EDC2}</a:tableStyleId>
              </a:tblPr>
              <a:tblGrid>
                <a:gridCol w="463475"/>
                <a:gridCol w="2376900"/>
                <a:gridCol w="784375"/>
                <a:gridCol w="546700"/>
                <a:gridCol w="2178250"/>
                <a:gridCol w="780975"/>
              </a:tblGrid>
              <a:tr h="2435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Sl. No.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Sl. No.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74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Certificate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Scheduling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22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Inspection Report Verification &amp; Approval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447" name="Google Shape;2447;p10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09422" y="2769615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8" name="Google Shape;2448;p10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09425" y="2250984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9" name="Google Shape;2449;p10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0725" y="2224533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0" name="Google Shape;2450;p10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63975" y="2245699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1" name="Google Shape;2451;p10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63975" y="2765590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2" name="Google Shape;2452;p10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59500" y="2760720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6" name="Shape 2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" name="Google Shape;2457;p110"/>
          <p:cNvSpPr/>
          <p:nvPr/>
        </p:nvSpPr>
        <p:spPr>
          <a:xfrm>
            <a:off x="916676" y="1883879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8" name="Google Shape;2458;p110"/>
          <p:cNvSpPr/>
          <p:nvPr/>
        </p:nvSpPr>
        <p:spPr>
          <a:xfrm>
            <a:off x="914728" y="1807566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59" name="Google Shape;2459;p110"/>
          <p:cNvSpPr/>
          <p:nvPr/>
        </p:nvSpPr>
        <p:spPr>
          <a:xfrm>
            <a:off x="892501" y="819350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110"/>
          <p:cNvSpPr/>
          <p:nvPr/>
        </p:nvSpPr>
        <p:spPr>
          <a:xfrm>
            <a:off x="2390150" y="217325"/>
            <a:ext cx="47094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1" name="Google Shape;2461;p110"/>
          <p:cNvSpPr/>
          <p:nvPr/>
        </p:nvSpPr>
        <p:spPr>
          <a:xfrm>
            <a:off x="892501" y="217299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110"/>
          <p:cNvSpPr/>
          <p:nvPr/>
        </p:nvSpPr>
        <p:spPr>
          <a:xfrm>
            <a:off x="2673767" y="320484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STORAGE TANK CALIBRATION SERVICE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Tank Calibration • Additional Fee • Calibration Certificate • Re-calibration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3" name="Google Shape;2463;p110"/>
          <p:cNvSpPr txBox="1"/>
          <p:nvPr/>
        </p:nvSpPr>
        <p:spPr>
          <a:xfrm>
            <a:off x="1144502" y="333992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30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464" name="Google Shape;2464;p110"/>
          <p:cNvGrpSpPr/>
          <p:nvPr/>
        </p:nvGrpSpPr>
        <p:grpSpPr>
          <a:xfrm>
            <a:off x="1000920" y="939376"/>
            <a:ext cx="2235419" cy="368478"/>
            <a:chOff x="1047542" y="1504021"/>
            <a:chExt cx="1935428" cy="414300"/>
          </a:xfrm>
        </p:grpSpPr>
        <p:sp>
          <p:nvSpPr>
            <p:cNvPr id="2465" name="Google Shape;2465;p110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66" name="Google Shape;2466;p110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Metrology Calibration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67" name="Google Shape;2467;p110"/>
          <p:cNvGrpSpPr/>
          <p:nvPr/>
        </p:nvGrpSpPr>
        <p:grpSpPr>
          <a:xfrm>
            <a:off x="3307553" y="939359"/>
            <a:ext cx="2349996" cy="368478"/>
            <a:chOff x="3110817" y="1504021"/>
            <a:chExt cx="1935428" cy="414300"/>
          </a:xfrm>
        </p:grpSpPr>
        <p:sp>
          <p:nvSpPr>
            <p:cNvPr id="2468" name="Google Shape;2468;p110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69" name="Google Shape;2469;p110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Calibration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70" name="Google Shape;2470;p110"/>
          <p:cNvGrpSpPr/>
          <p:nvPr/>
        </p:nvGrpSpPr>
        <p:grpSpPr>
          <a:xfrm>
            <a:off x="5719739" y="939376"/>
            <a:ext cx="2235419" cy="368478"/>
            <a:chOff x="5285817" y="1504021"/>
            <a:chExt cx="1935428" cy="414300"/>
          </a:xfrm>
        </p:grpSpPr>
        <p:sp>
          <p:nvSpPr>
            <p:cNvPr id="2471" name="Google Shape;2471;p110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72" name="Google Shape;2472;p110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Director • DD • AD • Inspectors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73" name="Google Shape;2473;p110"/>
          <p:cNvGrpSpPr/>
          <p:nvPr/>
        </p:nvGrpSpPr>
        <p:grpSpPr>
          <a:xfrm>
            <a:off x="1000920" y="1365136"/>
            <a:ext cx="2306786" cy="368478"/>
            <a:chOff x="1047542" y="1504021"/>
            <a:chExt cx="1997218" cy="414300"/>
          </a:xfrm>
        </p:grpSpPr>
        <p:sp>
          <p:nvSpPr>
            <p:cNvPr id="2474" name="Google Shape;2474;p110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75" name="Google Shape;2475;p110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Storage Tank Calibration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76" name="Google Shape;2476;p110"/>
          <p:cNvGrpSpPr/>
          <p:nvPr/>
        </p:nvGrpSpPr>
        <p:grpSpPr>
          <a:xfrm>
            <a:off x="3307553" y="1365119"/>
            <a:ext cx="2349996" cy="368478"/>
            <a:chOff x="3110817" y="1504021"/>
            <a:chExt cx="1935428" cy="414300"/>
          </a:xfrm>
        </p:grpSpPr>
        <p:sp>
          <p:nvSpPr>
            <p:cNvPr id="2477" name="Google Shape;2477;p110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78" name="Google Shape;2478;p110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13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479" name="Google Shape;2479;p110"/>
          <p:cNvGrpSpPr/>
          <p:nvPr/>
        </p:nvGrpSpPr>
        <p:grpSpPr>
          <a:xfrm>
            <a:off x="5719739" y="1365136"/>
            <a:ext cx="2235419" cy="368478"/>
            <a:chOff x="5285817" y="1504021"/>
            <a:chExt cx="1935428" cy="414300"/>
          </a:xfrm>
        </p:grpSpPr>
        <p:sp>
          <p:nvSpPr>
            <p:cNvPr id="2480" name="Google Shape;2480;p110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481" name="Google Shape;2481;p110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58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482" name="Google Shape;2482;p110"/>
          <p:cNvSpPr/>
          <p:nvPr/>
        </p:nvSpPr>
        <p:spPr>
          <a:xfrm>
            <a:off x="879450" y="709402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83" name="Google Shape;2483;p110"/>
          <p:cNvSpPr/>
          <p:nvPr/>
        </p:nvSpPr>
        <p:spPr>
          <a:xfrm>
            <a:off x="1034626" y="2036132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84" name="Google Shape;2484;p110"/>
          <p:cNvSpPr txBox="1"/>
          <p:nvPr/>
        </p:nvSpPr>
        <p:spPr>
          <a:xfrm>
            <a:off x="1054401" y="2050510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85" name="Google Shape;2485;p110"/>
          <p:cNvSpPr txBox="1"/>
          <p:nvPr/>
        </p:nvSpPr>
        <p:spPr>
          <a:xfrm>
            <a:off x="1644700" y="219764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Category-Wise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Fee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Tracking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486" name="Google Shape;2486;p110"/>
          <p:cNvSpPr/>
          <p:nvPr/>
        </p:nvSpPr>
        <p:spPr>
          <a:xfrm>
            <a:off x="3375613" y="2036132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87" name="Google Shape;2487;p110"/>
          <p:cNvSpPr txBox="1"/>
          <p:nvPr/>
        </p:nvSpPr>
        <p:spPr>
          <a:xfrm>
            <a:off x="3395387" y="2050510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 &amp; Scheduling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88" name="Google Shape;2488;p110"/>
          <p:cNvSpPr txBox="1"/>
          <p:nvPr/>
        </p:nvSpPr>
        <p:spPr>
          <a:xfrm>
            <a:off x="3985686" y="219764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Calibration Scheduling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489" name="Google Shape;2489;p110"/>
          <p:cNvSpPr/>
          <p:nvPr/>
        </p:nvSpPr>
        <p:spPr>
          <a:xfrm>
            <a:off x="5704449" y="2036132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90" name="Google Shape;2490;p110"/>
          <p:cNvSpPr txBox="1"/>
          <p:nvPr/>
        </p:nvSpPr>
        <p:spPr>
          <a:xfrm>
            <a:off x="5724223" y="2050510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Calibration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91" name="Google Shape;2491;p110"/>
          <p:cNvSpPr txBox="1"/>
          <p:nvPr/>
        </p:nvSpPr>
        <p:spPr>
          <a:xfrm>
            <a:off x="6314522" y="219764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Inspector Assignment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Calibration Execution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Findings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492" name="Google Shape;2492;p110"/>
          <p:cNvSpPr/>
          <p:nvPr/>
        </p:nvSpPr>
        <p:spPr>
          <a:xfrm>
            <a:off x="1033650" y="2538579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93" name="Google Shape;2493;p110"/>
          <p:cNvSpPr txBox="1"/>
          <p:nvPr/>
        </p:nvSpPr>
        <p:spPr>
          <a:xfrm>
            <a:off x="1053432" y="255799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Verification &amp; Fee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94" name="Google Shape;2494;p110"/>
          <p:cNvSpPr txBox="1"/>
          <p:nvPr/>
        </p:nvSpPr>
        <p:spPr>
          <a:xfrm>
            <a:off x="1643731" y="2732537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Report Verification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Additional Fee Assessment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 Processing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495" name="Google Shape;2495;p110"/>
          <p:cNvSpPr/>
          <p:nvPr/>
        </p:nvSpPr>
        <p:spPr>
          <a:xfrm>
            <a:off x="3374650" y="2538454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96" name="Google Shape;2496;p110"/>
          <p:cNvSpPr txBox="1"/>
          <p:nvPr/>
        </p:nvSpPr>
        <p:spPr>
          <a:xfrm>
            <a:off x="3394418" y="256996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Certification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97" name="Google Shape;2497;p110"/>
          <p:cNvSpPr txBox="1"/>
          <p:nvPr/>
        </p:nvSpPr>
        <p:spPr>
          <a:xfrm>
            <a:off x="3984717" y="273939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Calibration Certificate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Re-Calibration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Rejection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498" name="Google Shape;2498;p110"/>
          <p:cNvSpPr/>
          <p:nvPr/>
        </p:nvSpPr>
        <p:spPr>
          <a:xfrm>
            <a:off x="5703475" y="2538453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99" name="Google Shape;2499;p110"/>
          <p:cNvSpPr txBox="1"/>
          <p:nvPr/>
        </p:nvSpPr>
        <p:spPr>
          <a:xfrm>
            <a:off x="5723254" y="256405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00" name="Google Shape;2500;p110"/>
          <p:cNvSpPr txBox="1"/>
          <p:nvPr/>
        </p:nvSpPr>
        <p:spPr>
          <a:xfrm>
            <a:off x="6313554" y="274439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 &amp; Task Management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Management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501" name="Google Shape;2501;p110"/>
          <p:cNvSpPr/>
          <p:nvPr/>
        </p:nvSpPr>
        <p:spPr>
          <a:xfrm>
            <a:off x="817028" y="3118671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02" name="Google Shape;2502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97607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3" name="Google Shape;2503;p1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97607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4" name="Google Shape;2504;p1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97607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5" name="Google Shape;2505;p1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39886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6" name="Google Shape;2506;p11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398862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7" name="Google Shape;2507;p11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398862"/>
            <a:ext cx="300900" cy="300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08" name="Google Shape;2508;p110"/>
          <p:cNvGraphicFramePr/>
          <p:nvPr/>
        </p:nvGraphicFramePr>
        <p:xfrm>
          <a:off x="916675" y="33097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{D9114FF2-5FDB-4E9E-B8EF-CF93E602EDC2}</a:tableStyleId>
              </a:tblPr>
              <a:tblGrid>
                <a:gridCol w="463500"/>
                <a:gridCol w="2301050"/>
                <a:gridCol w="860225"/>
                <a:gridCol w="546675"/>
                <a:gridCol w="2116275"/>
                <a:gridCol w="842950"/>
              </a:tblGrid>
              <a:tr h="2206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Sl. No.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Sl. No.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Certificate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88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Re-calibration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Scheduling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6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Report Verification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Additional Fee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3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ACC6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b="1" sz="800">
                        <a:solidFill>
                          <a:srgbClr val="4BACC6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 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509" name="Google Shape;2509;p1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0725" y="2224533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0" name="Google Shape;2510;p11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63975" y="2224533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1" name="Google Shape;2511;p11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81200" y="2229817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2" name="Google Shape;2512;p11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81200" y="2734337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3" name="Google Shape;2513;p11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63975" y="2744423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4" name="Google Shape;2514;p1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59500" y="2739554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p111"/>
          <p:cNvSpPr/>
          <p:nvPr/>
        </p:nvSpPr>
        <p:spPr>
          <a:xfrm>
            <a:off x="916676" y="1997176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0" name="Google Shape;2520;p111"/>
          <p:cNvSpPr/>
          <p:nvPr/>
        </p:nvSpPr>
        <p:spPr>
          <a:xfrm>
            <a:off x="908848" y="1920863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21" name="Google Shape;2521;p111"/>
          <p:cNvSpPr/>
          <p:nvPr/>
        </p:nvSpPr>
        <p:spPr>
          <a:xfrm>
            <a:off x="892501" y="932646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2" name="Google Shape;2522;p111"/>
          <p:cNvSpPr/>
          <p:nvPr/>
        </p:nvSpPr>
        <p:spPr>
          <a:xfrm>
            <a:off x="2390150" y="330625"/>
            <a:ext cx="47055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111"/>
          <p:cNvSpPr/>
          <p:nvPr/>
        </p:nvSpPr>
        <p:spPr>
          <a:xfrm>
            <a:off x="892501" y="330595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111"/>
          <p:cNvSpPr/>
          <p:nvPr/>
        </p:nvSpPr>
        <p:spPr>
          <a:xfrm>
            <a:off x="2626887" y="433775"/>
            <a:ext cx="54069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INDUSTRIAL AND SCIENTIFIC METROLOGY CALIBRATION</a:t>
            </a:r>
            <a:endParaRPr b="1" sz="12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Instrument Calibration • Onsite / Offsite • Certificate &amp; Sticker Release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25" name="Google Shape;2525;p111"/>
          <p:cNvSpPr txBox="1"/>
          <p:nvPr/>
        </p:nvSpPr>
        <p:spPr>
          <a:xfrm>
            <a:off x="1144502" y="44728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31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526" name="Google Shape;2526;p111"/>
          <p:cNvGrpSpPr/>
          <p:nvPr/>
        </p:nvGrpSpPr>
        <p:grpSpPr>
          <a:xfrm>
            <a:off x="1000920" y="1052673"/>
            <a:ext cx="2235419" cy="368478"/>
            <a:chOff x="1047542" y="1504021"/>
            <a:chExt cx="1935428" cy="414300"/>
          </a:xfrm>
        </p:grpSpPr>
        <p:sp>
          <p:nvSpPr>
            <p:cNvPr id="2527" name="Google Shape;2527;p111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28" name="Google Shape;2528;p111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Industrial &amp; Scientific Metrology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529" name="Google Shape;2529;p111"/>
          <p:cNvGrpSpPr/>
          <p:nvPr/>
        </p:nvGrpSpPr>
        <p:grpSpPr>
          <a:xfrm>
            <a:off x="3307553" y="1052655"/>
            <a:ext cx="2349996" cy="368478"/>
            <a:chOff x="3110817" y="1504021"/>
            <a:chExt cx="1935428" cy="414300"/>
          </a:xfrm>
        </p:grpSpPr>
        <p:sp>
          <p:nvSpPr>
            <p:cNvPr id="2530" name="Google Shape;2530;p111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31" name="Google Shape;2531;p111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Calibration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532" name="Google Shape;2532;p111"/>
          <p:cNvGrpSpPr/>
          <p:nvPr/>
        </p:nvGrpSpPr>
        <p:grpSpPr>
          <a:xfrm>
            <a:off x="5719739" y="1052673"/>
            <a:ext cx="2235419" cy="368478"/>
            <a:chOff x="5285817" y="1504021"/>
            <a:chExt cx="1935428" cy="414300"/>
          </a:xfrm>
        </p:grpSpPr>
        <p:sp>
          <p:nvSpPr>
            <p:cNvPr id="2533" name="Google Shape;2533;p111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34" name="Google Shape;2534;p111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OSS • Director • DD • AD • Inspectors / Examiners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535" name="Google Shape;2535;p111"/>
          <p:cNvGrpSpPr/>
          <p:nvPr/>
        </p:nvGrpSpPr>
        <p:grpSpPr>
          <a:xfrm>
            <a:off x="1000920" y="1478432"/>
            <a:ext cx="2306786" cy="368478"/>
            <a:chOff x="1047542" y="1504021"/>
            <a:chExt cx="1997218" cy="414300"/>
          </a:xfrm>
        </p:grpSpPr>
        <p:sp>
          <p:nvSpPr>
            <p:cNvPr id="2536" name="Google Shape;2536;p111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37" name="Google Shape;2537;p111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Complete Instrument Calibration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538" name="Google Shape;2538;p111"/>
          <p:cNvGrpSpPr/>
          <p:nvPr/>
        </p:nvGrpSpPr>
        <p:grpSpPr>
          <a:xfrm>
            <a:off x="3307553" y="1478415"/>
            <a:ext cx="2349996" cy="368478"/>
            <a:chOff x="3110817" y="1504021"/>
            <a:chExt cx="1935428" cy="414300"/>
          </a:xfrm>
        </p:grpSpPr>
        <p:sp>
          <p:nvSpPr>
            <p:cNvPr id="2539" name="Google Shape;2539;p111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40" name="Google Shape;2540;p111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14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541" name="Google Shape;2541;p111"/>
          <p:cNvGrpSpPr/>
          <p:nvPr/>
        </p:nvGrpSpPr>
        <p:grpSpPr>
          <a:xfrm>
            <a:off x="5719739" y="1478432"/>
            <a:ext cx="2235419" cy="368478"/>
            <a:chOff x="5285817" y="1504021"/>
            <a:chExt cx="1935428" cy="414300"/>
          </a:xfrm>
        </p:grpSpPr>
        <p:sp>
          <p:nvSpPr>
            <p:cNvPr id="2542" name="Google Shape;2542;p111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43" name="Google Shape;2543;p111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59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544" name="Google Shape;2544;p111"/>
          <p:cNvSpPr/>
          <p:nvPr/>
        </p:nvSpPr>
        <p:spPr>
          <a:xfrm>
            <a:off x="879450" y="82269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5" name="Google Shape;2545;p111"/>
          <p:cNvSpPr/>
          <p:nvPr/>
        </p:nvSpPr>
        <p:spPr>
          <a:xfrm>
            <a:off x="1034626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6" name="Google Shape;2546;p111"/>
          <p:cNvSpPr txBox="1"/>
          <p:nvPr/>
        </p:nvSpPr>
        <p:spPr>
          <a:xfrm>
            <a:off x="1054401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7" name="Google Shape;2547;p111"/>
          <p:cNvSpPr txBox="1"/>
          <p:nvPr/>
        </p:nvSpPr>
        <p:spPr>
          <a:xfrm>
            <a:off x="1644700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Online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Initial Questionnaire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 Upload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Tracking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548" name="Google Shape;2548;p111"/>
          <p:cNvSpPr/>
          <p:nvPr/>
        </p:nvSpPr>
        <p:spPr>
          <a:xfrm>
            <a:off x="3375613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9" name="Google Shape;2549;p111"/>
          <p:cNvSpPr txBox="1"/>
          <p:nvPr/>
        </p:nvSpPr>
        <p:spPr>
          <a:xfrm>
            <a:off x="3395387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 &amp; Payment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50" name="Google Shape;2550;p111"/>
          <p:cNvSpPr txBox="1"/>
          <p:nvPr/>
        </p:nvSpPr>
        <p:spPr>
          <a:xfrm>
            <a:off x="3985686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Payment Processing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551" name="Google Shape;2551;p111"/>
          <p:cNvSpPr/>
          <p:nvPr/>
        </p:nvSpPr>
        <p:spPr>
          <a:xfrm>
            <a:off x="5704449" y="214942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52" name="Google Shape;2552;p111"/>
          <p:cNvSpPr txBox="1"/>
          <p:nvPr/>
        </p:nvSpPr>
        <p:spPr>
          <a:xfrm>
            <a:off x="5724223" y="216380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Calibration Mode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53" name="Google Shape;2553;p111"/>
          <p:cNvSpPr txBox="1"/>
          <p:nvPr/>
        </p:nvSpPr>
        <p:spPr>
          <a:xfrm>
            <a:off x="6314522" y="231094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Onsite Calibration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Offsite Instrument Submission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Instrument Receiving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554" name="Google Shape;2554;p111"/>
          <p:cNvSpPr/>
          <p:nvPr/>
        </p:nvSpPr>
        <p:spPr>
          <a:xfrm>
            <a:off x="1033650" y="265187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55" name="Google Shape;2555;p111"/>
          <p:cNvSpPr txBox="1"/>
          <p:nvPr/>
        </p:nvSpPr>
        <p:spPr>
          <a:xfrm>
            <a:off x="1053432" y="267128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Calibration &amp; Verification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56" name="Google Shape;2556;p111"/>
          <p:cNvSpPr txBox="1"/>
          <p:nvPr/>
        </p:nvSpPr>
        <p:spPr>
          <a:xfrm>
            <a:off x="1643731" y="284583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Scheduling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Calibration &amp; Inspection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Report Verification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557" name="Google Shape;2557;p111"/>
          <p:cNvSpPr/>
          <p:nvPr/>
        </p:nvSpPr>
        <p:spPr>
          <a:xfrm>
            <a:off x="3374650" y="265175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58" name="Google Shape;2558;p111"/>
          <p:cNvSpPr txBox="1"/>
          <p:nvPr/>
        </p:nvSpPr>
        <p:spPr>
          <a:xfrm>
            <a:off x="3394418" y="268326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Certificate &amp; Release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59" name="Google Shape;2559;p111"/>
          <p:cNvSpPr txBox="1"/>
          <p:nvPr/>
        </p:nvSpPr>
        <p:spPr>
          <a:xfrm>
            <a:off x="3984717" y="285268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&amp; Sticker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Instrument Release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Re-Calibration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560" name="Google Shape;2560;p111"/>
          <p:cNvSpPr/>
          <p:nvPr/>
        </p:nvSpPr>
        <p:spPr>
          <a:xfrm>
            <a:off x="5703475" y="265175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61" name="Google Shape;2561;p111"/>
          <p:cNvSpPr txBox="1"/>
          <p:nvPr/>
        </p:nvSpPr>
        <p:spPr>
          <a:xfrm>
            <a:off x="5723254" y="267735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62" name="Google Shape;2562;p111"/>
          <p:cNvSpPr txBox="1"/>
          <p:nvPr/>
        </p:nvSpPr>
        <p:spPr>
          <a:xfrm>
            <a:off x="6313554" y="2857690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Rejection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563" name="Google Shape;2563;p111"/>
          <p:cNvSpPr/>
          <p:nvPr/>
        </p:nvSpPr>
        <p:spPr>
          <a:xfrm>
            <a:off x="817028" y="328537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564" name="Google Shape;2564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5" name="Google Shape;2565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6" name="Google Shape;2566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8936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7" name="Google Shape;2567;p1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8" name="Google Shape;2568;p1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9" name="Google Shape;2569;p1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512158"/>
            <a:ext cx="300900" cy="300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70" name="Google Shape;2570;p111"/>
          <p:cNvGraphicFramePr/>
          <p:nvPr/>
        </p:nvGraphicFramePr>
        <p:xfrm>
          <a:off x="922713" y="347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{D9114FF2-5FDB-4E9E-B8EF-CF93E602EDC2}</a:tableStyleId>
              </a:tblPr>
              <a:tblGrid>
                <a:gridCol w="590300"/>
                <a:gridCol w="2330175"/>
                <a:gridCol w="794225"/>
                <a:gridCol w="668950"/>
                <a:gridCol w="2024875"/>
                <a:gridCol w="798600"/>
              </a:tblGrid>
              <a:tr h="189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Sl. No.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Sl. No.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205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Report Verification &amp; Approval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Shortfall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Re-calibration / Re-inspection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Payment Processing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Certificate Release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Type Selection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8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Instrument Receiving (OSS)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6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84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Scheduling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&amp; Inspection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571" name="Google Shape;2571;p1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881200" y="2849150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2" name="Google Shape;2572;p1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0725" y="2332290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3" name="Google Shape;2573;p11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63975" y="2332290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4" name="Google Shape;2574;p1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81200" y="2337575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5" name="Google Shape;2575;p11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63975" y="2859236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6" name="Google Shape;2576;p11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59500" y="2833200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0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p112"/>
          <p:cNvSpPr/>
          <p:nvPr/>
        </p:nvSpPr>
        <p:spPr>
          <a:xfrm>
            <a:off x="916676" y="1931936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2" name="Google Shape;2582;p112"/>
          <p:cNvSpPr/>
          <p:nvPr/>
        </p:nvSpPr>
        <p:spPr>
          <a:xfrm>
            <a:off x="908850" y="1855635"/>
            <a:ext cx="16494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83" name="Google Shape;2583;p112"/>
          <p:cNvSpPr/>
          <p:nvPr/>
        </p:nvSpPr>
        <p:spPr>
          <a:xfrm>
            <a:off x="892501" y="867407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112"/>
          <p:cNvSpPr/>
          <p:nvPr/>
        </p:nvSpPr>
        <p:spPr>
          <a:xfrm>
            <a:off x="2390150" y="265385"/>
            <a:ext cx="46818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5" name="Google Shape;2585;p112"/>
          <p:cNvSpPr/>
          <p:nvPr/>
        </p:nvSpPr>
        <p:spPr>
          <a:xfrm>
            <a:off x="892501" y="265356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112"/>
          <p:cNvSpPr/>
          <p:nvPr/>
        </p:nvSpPr>
        <p:spPr>
          <a:xfrm>
            <a:off x="2722865" y="368541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VERIFICATION SERVICE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Verification Application • Inspection • Approval • Certificate / Sticker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87" name="Google Shape;2587;p112"/>
          <p:cNvSpPr txBox="1"/>
          <p:nvPr/>
        </p:nvSpPr>
        <p:spPr>
          <a:xfrm>
            <a:off x="1144502" y="382049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32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588" name="Google Shape;2588;p112"/>
          <p:cNvGrpSpPr/>
          <p:nvPr/>
        </p:nvGrpSpPr>
        <p:grpSpPr>
          <a:xfrm>
            <a:off x="1000920" y="987433"/>
            <a:ext cx="2235419" cy="368478"/>
            <a:chOff x="1047542" y="1504021"/>
            <a:chExt cx="1935428" cy="414300"/>
          </a:xfrm>
        </p:grpSpPr>
        <p:sp>
          <p:nvSpPr>
            <p:cNvPr id="2589" name="Google Shape;2589;p112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90" name="Google Shape;2590;p112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Verification / Metrology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591" name="Google Shape;2591;p112"/>
          <p:cNvGrpSpPr/>
          <p:nvPr/>
        </p:nvGrpSpPr>
        <p:grpSpPr>
          <a:xfrm>
            <a:off x="3307553" y="987416"/>
            <a:ext cx="2349996" cy="368478"/>
            <a:chOff x="3110817" y="1504021"/>
            <a:chExt cx="1935428" cy="414300"/>
          </a:xfrm>
        </p:grpSpPr>
        <p:sp>
          <p:nvSpPr>
            <p:cNvPr id="2592" name="Google Shape;2592;p112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93" name="Google Shape;2593;p112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Verification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594" name="Google Shape;2594;p112"/>
          <p:cNvGrpSpPr/>
          <p:nvPr/>
        </p:nvGrpSpPr>
        <p:grpSpPr>
          <a:xfrm>
            <a:off x="5719739" y="987433"/>
            <a:ext cx="2235419" cy="368478"/>
            <a:chOff x="5285817" y="1504021"/>
            <a:chExt cx="1935428" cy="414300"/>
          </a:xfrm>
        </p:grpSpPr>
        <p:sp>
          <p:nvSpPr>
            <p:cNvPr id="2595" name="Google Shape;2595;p112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96" name="Google Shape;2596;p112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Applicants • Director • DD • AD • Inspectors • System Admin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597" name="Google Shape;2597;p112"/>
          <p:cNvGrpSpPr/>
          <p:nvPr/>
        </p:nvGrpSpPr>
        <p:grpSpPr>
          <a:xfrm>
            <a:off x="1000920" y="1413193"/>
            <a:ext cx="2306786" cy="368478"/>
            <a:chOff x="1047542" y="1504021"/>
            <a:chExt cx="1997218" cy="414300"/>
          </a:xfrm>
        </p:grpSpPr>
        <p:sp>
          <p:nvSpPr>
            <p:cNvPr id="2598" name="Google Shape;2598;p112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599" name="Google Shape;2599;p112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Verification &amp; Certification Lifecycle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600" name="Google Shape;2600;p112"/>
          <p:cNvGrpSpPr/>
          <p:nvPr/>
        </p:nvGrpSpPr>
        <p:grpSpPr>
          <a:xfrm>
            <a:off x="3307553" y="1413175"/>
            <a:ext cx="2349996" cy="368478"/>
            <a:chOff x="3110817" y="1504021"/>
            <a:chExt cx="1935428" cy="414300"/>
          </a:xfrm>
        </p:grpSpPr>
        <p:sp>
          <p:nvSpPr>
            <p:cNvPr id="2601" name="Google Shape;2601;p112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602" name="Google Shape;2602;p112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12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603" name="Google Shape;2603;p112"/>
          <p:cNvGrpSpPr/>
          <p:nvPr/>
        </p:nvGrpSpPr>
        <p:grpSpPr>
          <a:xfrm>
            <a:off x="5719739" y="1413193"/>
            <a:ext cx="2235419" cy="368478"/>
            <a:chOff x="5285817" y="1504021"/>
            <a:chExt cx="1935428" cy="414300"/>
          </a:xfrm>
        </p:grpSpPr>
        <p:sp>
          <p:nvSpPr>
            <p:cNvPr id="2604" name="Google Shape;2604;p112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605" name="Google Shape;2605;p112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48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606" name="Google Shape;2606;p112"/>
          <p:cNvSpPr/>
          <p:nvPr/>
        </p:nvSpPr>
        <p:spPr>
          <a:xfrm>
            <a:off x="879450" y="757459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07" name="Google Shape;2607;p112"/>
          <p:cNvSpPr/>
          <p:nvPr/>
        </p:nvSpPr>
        <p:spPr>
          <a:xfrm>
            <a:off x="1034626" y="208418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08" name="Google Shape;2608;p112"/>
          <p:cNvSpPr txBox="1"/>
          <p:nvPr/>
        </p:nvSpPr>
        <p:spPr>
          <a:xfrm>
            <a:off x="1054401" y="209856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Application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09" name="Google Shape;2609;p112"/>
          <p:cNvSpPr txBox="1"/>
          <p:nvPr/>
        </p:nvSpPr>
        <p:spPr>
          <a:xfrm>
            <a:off x="1644700" y="224570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Submission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Category-wise Application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Fee Payment</a:t>
            </a:r>
            <a:endParaRPr sz="6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610" name="Google Shape;2610;p112"/>
          <p:cNvSpPr/>
          <p:nvPr/>
        </p:nvSpPr>
        <p:spPr>
          <a:xfrm>
            <a:off x="3375613" y="208418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1" name="Google Shape;2611;p112"/>
          <p:cNvSpPr txBox="1"/>
          <p:nvPr/>
        </p:nvSpPr>
        <p:spPr>
          <a:xfrm>
            <a:off x="3395387" y="209856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Review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2" name="Google Shape;2612;p112"/>
          <p:cNvSpPr txBox="1"/>
          <p:nvPr/>
        </p:nvSpPr>
        <p:spPr>
          <a:xfrm>
            <a:off x="3985686" y="224570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Application Review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Assignment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Shortfall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613" name="Google Shape;2613;p112"/>
          <p:cNvSpPr/>
          <p:nvPr/>
        </p:nvSpPr>
        <p:spPr>
          <a:xfrm>
            <a:off x="5704449" y="2084189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4" name="Google Shape;2614;p112"/>
          <p:cNvSpPr txBox="1"/>
          <p:nvPr/>
        </p:nvSpPr>
        <p:spPr>
          <a:xfrm>
            <a:off x="5724223" y="2098567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Inspection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5" name="Google Shape;2615;p112"/>
          <p:cNvSpPr txBox="1"/>
          <p:nvPr/>
        </p:nvSpPr>
        <p:spPr>
          <a:xfrm>
            <a:off x="6314522" y="2245703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Calibration Scheduling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Calibration Management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Re-Inspection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616" name="Google Shape;2616;p112"/>
          <p:cNvSpPr/>
          <p:nvPr/>
        </p:nvSpPr>
        <p:spPr>
          <a:xfrm>
            <a:off x="1033650" y="2586636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7" name="Google Shape;2617;p112"/>
          <p:cNvSpPr txBox="1"/>
          <p:nvPr/>
        </p:nvSpPr>
        <p:spPr>
          <a:xfrm>
            <a:off x="1053432" y="260604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Verification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18" name="Google Shape;2618;p112"/>
          <p:cNvSpPr txBox="1"/>
          <p:nvPr/>
        </p:nvSpPr>
        <p:spPr>
          <a:xfrm>
            <a:off x="1643731" y="2780594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Report Verification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Dd Approval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Director Final Approval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619" name="Google Shape;2619;p112"/>
          <p:cNvSpPr/>
          <p:nvPr/>
        </p:nvSpPr>
        <p:spPr>
          <a:xfrm>
            <a:off x="3374650" y="2586511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20" name="Google Shape;2620;p112"/>
          <p:cNvSpPr txBox="1"/>
          <p:nvPr/>
        </p:nvSpPr>
        <p:spPr>
          <a:xfrm>
            <a:off x="3394418" y="2618024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Certificate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21" name="Google Shape;2621;p112"/>
          <p:cNvSpPr txBox="1"/>
          <p:nvPr/>
        </p:nvSpPr>
        <p:spPr>
          <a:xfrm>
            <a:off x="3984717" y="2787446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&amp; Sticker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Certificate Download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Record Management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622" name="Google Shape;2622;p112"/>
          <p:cNvSpPr/>
          <p:nvPr/>
        </p:nvSpPr>
        <p:spPr>
          <a:xfrm>
            <a:off x="5703475" y="2586510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23" name="Google Shape;2623;p112"/>
          <p:cNvSpPr txBox="1"/>
          <p:nvPr/>
        </p:nvSpPr>
        <p:spPr>
          <a:xfrm>
            <a:off x="5723254" y="261211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Control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24" name="Google Shape;2624;p112"/>
          <p:cNvSpPr txBox="1"/>
          <p:nvPr/>
        </p:nvSpPr>
        <p:spPr>
          <a:xfrm>
            <a:off x="6313554" y="2792451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Rejection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Notifications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Documents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625" name="Google Shape;2625;p112"/>
          <p:cNvSpPr/>
          <p:nvPr/>
        </p:nvSpPr>
        <p:spPr>
          <a:xfrm>
            <a:off x="817028" y="3220139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626" name="Google Shape;2626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02412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7" name="Google Shape;2627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02412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8" name="Google Shape;2628;p1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02412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9" name="Google Shape;2629;p1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44691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0" name="Google Shape;2630;p1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446919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1" name="Google Shape;2631;p1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446919"/>
            <a:ext cx="300900" cy="300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32" name="Google Shape;2632;p112"/>
          <p:cNvGraphicFramePr/>
          <p:nvPr/>
        </p:nvGraphicFramePr>
        <p:xfrm>
          <a:off x="872600" y="34774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{D9114FF2-5FDB-4E9E-B8EF-CF93E602EDC2}</a:tableStyleId>
              </a:tblPr>
              <a:tblGrid>
                <a:gridCol w="366225"/>
                <a:gridCol w="2371825"/>
                <a:gridCol w="779550"/>
                <a:gridCol w="419700"/>
                <a:gridCol w="2462800"/>
                <a:gridCol w="805675"/>
              </a:tblGrid>
              <a:tr h="2646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Sl. No.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Sl. No.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73763"/>
                    </a:solidFill>
                  </a:tcPr>
                </a:tc>
              </a:tr>
              <a:tr h="19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Submission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Certificate and Sticker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259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Application Review &amp; Assignment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Re-inspection / Re-calibration Management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Shortfall Management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09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Rejection Management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145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Scheduling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Notification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91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Management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&amp; Task Management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5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Calibration Report Verification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Document Management Module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4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633" name="Google Shape;2633;p1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0725" y="2267050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4" name="Google Shape;2634;p1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63975" y="2267050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5" name="Google Shape;2635;p1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867225" y="2267050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6" name="Google Shape;2636;p11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81200" y="2783910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7" name="Google Shape;2637;p1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563975" y="2793996"/>
            <a:ext cx="257100" cy="2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8" name="Google Shape;2638;p1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59500" y="2767960"/>
            <a:ext cx="257100" cy="2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2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p113"/>
          <p:cNvSpPr/>
          <p:nvPr/>
        </p:nvSpPr>
        <p:spPr>
          <a:xfrm>
            <a:off x="916676" y="2049130"/>
            <a:ext cx="7130700" cy="12081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113"/>
          <p:cNvSpPr/>
          <p:nvPr/>
        </p:nvSpPr>
        <p:spPr>
          <a:xfrm>
            <a:off x="908848" y="1972817"/>
            <a:ext cx="1603800" cy="1746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Functional Coverage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45" name="Google Shape;2645;p113"/>
          <p:cNvSpPr/>
          <p:nvPr/>
        </p:nvSpPr>
        <p:spPr>
          <a:xfrm>
            <a:off x="892501" y="984601"/>
            <a:ext cx="7130700" cy="960900"/>
          </a:xfrm>
          <a:prstGeom prst="roundRect">
            <a:avLst>
              <a:gd fmla="val 4680" name="adj"/>
            </a:avLst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6" name="Google Shape;2646;p113"/>
          <p:cNvSpPr/>
          <p:nvPr/>
        </p:nvSpPr>
        <p:spPr>
          <a:xfrm>
            <a:off x="2390150" y="382580"/>
            <a:ext cx="4689300" cy="441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113"/>
          <p:cNvSpPr/>
          <p:nvPr/>
        </p:nvSpPr>
        <p:spPr>
          <a:xfrm>
            <a:off x="892501" y="382550"/>
            <a:ext cx="1720200" cy="441300"/>
          </a:xfrm>
          <a:prstGeom prst="round1Rect">
            <a:avLst>
              <a:gd fmla="val 30762" name="adj"/>
            </a:avLst>
          </a:prstGeom>
          <a:solidFill>
            <a:srgbClr val="0097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8" name="Google Shape;2648;p113"/>
          <p:cNvSpPr/>
          <p:nvPr/>
        </p:nvSpPr>
        <p:spPr>
          <a:xfrm>
            <a:off x="2657625" y="485735"/>
            <a:ext cx="47874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73763"/>
                </a:solidFill>
                <a:latin typeface="Nunito"/>
                <a:ea typeface="Nunito"/>
                <a:cs typeface="Nunito"/>
                <a:sym typeface="Nunito"/>
              </a:rPr>
              <a:t>MOBILE COURT &amp; SURVEILLANCE e-SERVICE</a:t>
            </a:r>
            <a:endParaRPr b="1" sz="1500">
              <a:solidFill>
                <a:srgbClr val="073763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  <a:latin typeface="Nunito"/>
                <a:ea typeface="Nunito"/>
                <a:cs typeface="Nunito"/>
                <a:sym typeface="Nunito"/>
              </a:rPr>
              <a:t>Mobile Court • Surveillance • Product &amp; Sample Records • Tracking</a:t>
            </a:r>
            <a:endParaRPr sz="1000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49" name="Google Shape;2649;p113"/>
          <p:cNvSpPr txBox="1"/>
          <p:nvPr/>
        </p:nvSpPr>
        <p:spPr>
          <a:xfrm>
            <a:off x="1144502" y="499243"/>
            <a:ext cx="1216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33</a:t>
            </a:r>
            <a:endParaRPr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650" name="Google Shape;2650;p113"/>
          <p:cNvGrpSpPr/>
          <p:nvPr/>
        </p:nvGrpSpPr>
        <p:grpSpPr>
          <a:xfrm>
            <a:off x="1000920" y="1104627"/>
            <a:ext cx="2235419" cy="368478"/>
            <a:chOff x="1047542" y="1504021"/>
            <a:chExt cx="1935428" cy="414300"/>
          </a:xfrm>
        </p:grpSpPr>
        <p:sp>
          <p:nvSpPr>
            <p:cNvPr id="2651" name="Google Shape;2651;p113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652" name="Google Shape;2652;p113"/>
            <p:cNvSpPr txBox="1"/>
            <p:nvPr/>
          </p:nvSpPr>
          <p:spPr>
            <a:xfrm>
              <a:off x="1495869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Domain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Field Enforcement &amp; Surveillance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653" name="Google Shape;2653;p113"/>
          <p:cNvGrpSpPr/>
          <p:nvPr/>
        </p:nvGrpSpPr>
        <p:grpSpPr>
          <a:xfrm>
            <a:off x="3307553" y="1104610"/>
            <a:ext cx="2349996" cy="368478"/>
            <a:chOff x="3110817" y="1504021"/>
            <a:chExt cx="1935428" cy="414300"/>
          </a:xfrm>
        </p:grpSpPr>
        <p:sp>
          <p:nvSpPr>
            <p:cNvPr id="2654" name="Google Shape;2654;p113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655" name="Google Shape;2655;p113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Service Type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Operational / Regulatory Service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656" name="Google Shape;2656;p113"/>
          <p:cNvGrpSpPr/>
          <p:nvPr/>
        </p:nvGrpSpPr>
        <p:grpSpPr>
          <a:xfrm>
            <a:off x="5719739" y="1104627"/>
            <a:ext cx="2235419" cy="368478"/>
            <a:chOff x="5285817" y="1504021"/>
            <a:chExt cx="1935428" cy="414300"/>
          </a:xfrm>
        </p:grpSpPr>
        <p:sp>
          <p:nvSpPr>
            <p:cNvPr id="2657" name="Google Shape;2657;p113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658" name="Google Shape;2658;p113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Primary Users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Field Officials • Magistrates • BSTI Offices • Authorized Users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659" name="Google Shape;2659;p113"/>
          <p:cNvGrpSpPr/>
          <p:nvPr/>
        </p:nvGrpSpPr>
        <p:grpSpPr>
          <a:xfrm>
            <a:off x="1000920" y="1530387"/>
            <a:ext cx="2306786" cy="368478"/>
            <a:chOff x="1047542" y="1504021"/>
            <a:chExt cx="1997218" cy="414300"/>
          </a:xfrm>
        </p:grpSpPr>
        <p:sp>
          <p:nvSpPr>
            <p:cNvPr id="2660" name="Google Shape;2660;p113"/>
            <p:cNvSpPr/>
            <p:nvPr/>
          </p:nvSpPr>
          <p:spPr>
            <a:xfrm>
              <a:off x="1047542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661" name="Google Shape;2661;p113"/>
            <p:cNvSpPr txBox="1"/>
            <p:nvPr/>
          </p:nvSpPr>
          <p:spPr>
            <a:xfrm>
              <a:off x="1495859" y="1509083"/>
              <a:ext cx="15489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Core Scope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Mobile Court &amp; Surveillance Operations</a:t>
              </a:r>
              <a:endParaRPr sz="7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662" name="Google Shape;2662;p113"/>
          <p:cNvGrpSpPr/>
          <p:nvPr/>
        </p:nvGrpSpPr>
        <p:grpSpPr>
          <a:xfrm>
            <a:off x="3307553" y="1530370"/>
            <a:ext cx="2349996" cy="368478"/>
            <a:chOff x="3110817" y="1504021"/>
            <a:chExt cx="1935428" cy="414300"/>
          </a:xfrm>
        </p:grpSpPr>
        <p:sp>
          <p:nvSpPr>
            <p:cNvPr id="2663" name="Google Shape;2663;p113"/>
            <p:cNvSpPr/>
            <p:nvPr/>
          </p:nvSpPr>
          <p:spPr>
            <a:xfrm>
              <a:off x="3110817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664" name="Google Shape;2664;p113"/>
            <p:cNvSpPr txBox="1"/>
            <p:nvPr/>
          </p:nvSpPr>
          <p:spPr>
            <a:xfrm>
              <a:off x="3559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Modules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8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grpSp>
        <p:nvGrpSpPr>
          <p:cNvPr id="2665" name="Google Shape;2665;p113"/>
          <p:cNvGrpSpPr/>
          <p:nvPr/>
        </p:nvGrpSpPr>
        <p:grpSpPr>
          <a:xfrm>
            <a:off x="5719739" y="1530387"/>
            <a:ext cx="2235419" cy="368478"/>
            <a:chOff x="5285817" y="1504021"/>
            <a:chExt cx="1935428" cy="414300"/>
          </a:xfrm>
        </p:grpSpPr>
        <p:sp>
          <p:nvSpPr>
            <p:cNvPr id="2666" name="Google Shape;2666;p113"/>
            <p:cNvSpPr/>
            <p:nvPr/>
          </p:nvSpPr>
          <p:spPr>
            <a:xfrm>
              <a:off x="5285816" y="1504021"/>
              <a:ext cx="1912500" cy="414300"/>
            </a:xfrm>
            <a:prstGeom prst="roundRect">
              <a:avLst>
                <a:gd fmla="val 9530" name="adj"/>
              </a:avLst>
            </a:prstGeom>
            <a:solidFill>
              <a:srgbClr val="FFFFFF"/>
            </a:solidFill>
            <a:ln cap="flat" cmpd="sng" w="13350">
              <a:solidFill>
                <a:srgbClr val="CCC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63"/>
            </a:p>
          </p:txBody>
        </p:sp>
        <p:sp>
          <p:nvSpPr>
            <p:cNvPr id="2667" name="Google Shape;2667;p113"/>
            <p:cNvSpPr txBox="1"/>
            <p:nvPr/>
          </p:nvSpPr>
          <p:spPr>
            <a:xfrm>
              <a:off x="5734144" y="1509078"/>
              <a:ext cx="1487100" cy="40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8200" lIns="128200" spcFirstLastPara="1" rIns="128200" wrap="square" tIns="128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Features</a:t>
              </a:r>
              <a:endParaRPr b="1" sz="1000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134F5C"/>
                  </a:solidFill>
                  <a:latin typeface="Nunito"/>
                  <a:ea typeface="Nunito"/>
                  <a:cs typeface="Nunito"/>
                  <a:sym typeface="Nunito"/>
                </a:rPr>
                <a:t>49</a:t>
              </a:r>
              <a:endParaRPr b="1">
                <a:solidFill>
                  <a:srgbClr val="134F5C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2668" name="Google Shape;2668;p113"/>
          <p:cNvSpPr/>
          <p:nvPr/>
        </p:nvSpPr>
        <p:spPr>
          <a:xfrm>
            <a:off x="879450" y="874653"/>
            <a:ext cx="1603800" cy="193500"/>
          </a:xfrm>
          <a:prstGeom prst="roundRect">
            <a:avLst>
              <a:gd fmla="val 16667" name="adj"/>
            </a:avLst>
          </a:prstGeom>
          <a:solidFill>
            <a:srgbClr val="073763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Service Profile</a:t>
            </a:r>
            <a:endParaRPr b="1" sz="11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69" name="Google Shape;2669;p113"/>
          <p:cNvSpPr/>
          <p:nvPr/>
        </p:nvSpPr>
        <p:spPr>
          <a:xfrm>
            <a:off x="1034626" y="220138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70" name="Google Shape;2670;p113"/>
          <p:cNvSpPr txBox="1"/>
          <p:nvPr/>
        </p:nvSpPr>
        <p:spPr>
          <a:xfrm>
            <a:off x="1054401" y="220418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Mobile Court</a:t>
            </a:r>
            <a:endParaRPr b="1" sz="1027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71" name="Google Shape;2671;p113"/>
          <p:cNvSpPr txBox="1"/>
          <p:nvPr/>
        </p:nvSpPr>
        <p:spPr>
          <a:xfrm>
            <a:off x="1644700" y="2362898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 Court Entry</a:t>
            </a:r>
            <a:endParaRPr sz="5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Product &amp; Company Details</a:t>
            </a:r>
            <a:endParaRPr sz="5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Offence</a:t>
            </a:r>
            <a:endParaRPr sz="5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Fine / DCR</a:t>
            </a:r>
            <a:endParaRPr sz="5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0C343D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0C343D"/>
                </a:solidFill>
                <a:latin typeface="Nunito Medium"/>
                <a:ea typeface="Nunito Medium"/>
                <a:cs typeface="Nunito Medium"/>
                <a:sym typeface="Nunito Medium"/>
              </a:rPr>
              <a:t>Imprisonment</a:t>
            </a:r>
            <a:endParaRPr sz="516">
              <a:solidFill>
                <a:srgbClr val="0C343D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672" name="Google Shape;2672;p113"/>
          <p:cNvSpPr/>
          <p:nvPr/>
        </p:nvSpPr>
        <p:spPr>
          <a:xfrm>
            <a:off x="3375613" y="220138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73" name="Google Shape;2673;p113"/>
          <p:cNvSpPr txBox="1"/>
          <p:nvPr/>
        </p:nvSpPr>
        <p:spPr>
          <a:xfrm>
            <a:off x="3395387" y="221576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056E06"/>
                </a:solidFill>
                <a:latin typeface="Nunito"/>
                <a:ea typeface="Nunito"/>
                <a:cs typeface="Nunito"/>
                <a:sym typeface="Nunito"/>
              </a:rPr>
              <a:t>Surveillance</a:t>
            </a:r>
            <a:endParaRPr b="1" sz="1027">
              <a:solidFill>
                <a:srgbClr val="056E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74" name="Google Shape;2674;p113"/>
          <p:cNvSpPr txBox="1"/>
          <p:nvPr/>
        </p:nvSpPr>
        <p:spPr>
          <a:xfrm>
            <a:off x="3985686" y="2362898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Surveillance Entry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Team Management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Product Details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056E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056E06"/>
                </a:solidFill>
                <a:latin typeface="Nunito Medium"/>
                <a:ea typeface="Nunito Medium"/>
                <a:cs typeface="Nunito Medium"/>
                <a:sym typeface="Nunito Medium"/>
              </a:rPr>
              <a:t>DCR</a:t>
            </a:r>
            <a:endParaRPr sz="616">
              <a:solidFill>
                <a:srgbClr val="056E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675" name="Google Shape;2675;p113"/>
          <p:cNvSpPr/>
          <p:nvPr/>
        </p:nvSpPr>
        <p:spPr>
          <a:xfrm>
            <a:off x="5704449" y="2201383"/>
            <a:ext cx="2201700" cy="4887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76" name="Google Shape;2676;p113"/>
          <p:cNvSpPr txBox="1"/>
          <p:nvPr/>
        </p:nvSpPr>
        <p:spPr>
          <a:xfrm>
            <a:off x="5724223" y="2215761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B45F06"/>
                </a:solidFill>
                <a:latin typeface="Nunito"/>
                <a:ea typeface="Nunito"/>
                <a:cs typeface="Nunito"/>
                <a:sym typeface="Nunito"/>
              </a:rPr>
              <a:t>Sample</a:t>
            </a:r>
            <a:endParaRPr b="1" sz="1027">
              <a:solidFill>
                <a:srgbClr val="B45F0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77" name="Google Shape;2677;p113"/>
          <p:cNvSpPr txBox="1"/>
          <p:nvPr/>
        </p:nvSpPr>
        <p:spPr>
          <a:xfrm>
            <a:off x="6314522" y="2362898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Sample Information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Batch / Serial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BDS Result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B45F06"/>
                </a:solidFill>
                <a:latin typeface="Nunito Medium"/>
                <a:ea typeface="Nunito Medium"/>
                <a:cs typeface="Nunito Medium"/>
                <a:sym typeface="Nunito Medium"/>
              </a:rPr>
              <a:t>CA Field</a:t>
            </a:r>
            <a:endParaRPr sz="616">
              <a:solidFill>
                <a:srgbClr val="B45F06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678" name="Google Shape;2678;p113"/>
          <p:cNvSpPr/>
          <p:nvPr/>
        </p:nvSpPr>
        <p:spPr>
          <a:xfrm>
            <a:off x="1033650" y="2703830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79" name="Google Shape;2679;p113"/>
          <p:cNvSpPr txBox="1"/>
          <p:nvPr/>
        </p:nvSpPr>
        <p:spPr>
          <a:xfrm>
            <a:off x="1053432" y="2723242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351C75"/>
                </a:solidFill>
                <a:latin typeface="Nunito"/>
                <a:ea typeface="Nunito"/>
                <a:cs typeface="Nunito"/>
                <a:sym typeface="Nunito"/>
              </a:rPr>
              <a:t>Test Report</a:t>
            </a:r>
            <a:endParaRPr b="1" sz="1027">
              <a:solidFill>
                <a:srgbClr val="351C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80" name="Google Shape;2680;p113"/>
          <p:cNvSpPr txBox="1"/>
          <p:nvPr/>
        </p:nvSpPr>
        <p:spPr>
          <a:xfrm>
            <a:off x="1643731" y="2897788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Report Upload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351C75"/>
                </a:solidFill>
                <a:latin typeface="Nunito Medium"/>
                <a:ea typeface="Nunito Medium"/>
                <a:cs typeface="Nunito Medium"/>
                <a:sym typeface="Nunito Medium"/>
              </a:rPr>
              <a:t>Report Attachment</a:t>
            </a:r>
            <a:endParaRPr sz="616">
              <a:solidFill>
                <a:srgbClr val="351C75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681" name="Google Shape;2681;p113"/>
          <p:cNvSpPr/>
          <p:nvPr/>
        </p:nvSpPr>
        <p:spPr>
          <a:xfrm>
            <a:off x="3374650" y="2703705"/>
            <a:ext cx="2201700" cy="5280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82" name="Google Shape;2682;p113"/>
          <p:cNvSpPr txBox="1"/>
          <p:nvPr/>
        </p:nvSpPr>
        <p:spPr>
          <a:xfrm>
            <a:off x="3394418" y="2735218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Workflow &amp; Access</a:t>
            </a:r>
            <a:endParaRPr b="1" sz="1027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83" name="Google Shape;2683;p113"/>
          <p:cNvSpPr txBox="1"/>
          <p:nvPr/>
        </p:nvSpPr>
        <p:spPr>
          <a:xfrm>
            <a:off x="3984717" y="2904641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Employee Modification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Approval Workflow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Roles &amp; Permissions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96267" lvl="0" marL="67501" rtl="0" algn="l">
              <a:spcBef>
                <a:spcPts val="0"/>
              </a:spcBef>
              <a:spcAft>
                <a:spcPts val="0"/>
              </a:spcAft>
              <a:buClr>
                <a:srgbClr val="1155CC"/>
              </a:buClr>
              <a:buSzPts val="616"/>
              <a:buFont typeface="Nunito Medium"/>
              <a:buChar char="❏"/>
            </a:pPr>
            <a:r>
              <a:rPr lang="en" sz="616">
                <a:solidFill>
                  <a:srgbClr val="1155CC"/>
                </a:solidFill>
                <a:latin typeface="Nunito Medium"/>
                <a:ea typeface="Nunito Medium"/>
                <a:cs typeface="Nunito Medium"/>
                <a:sym typeface="Nunito Medium"/>
              </a:rPr>
              <a:t>User Management</a:t>
            </a:r>
            <a:endParaRPr sz="616">
              <a:solidFill>
                <a:srgbClr val="1155CC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684" name="Google Shape;2684;p113"/>
          <p:cNvSpPr/>
          <p:nvPr/>
        </p:nvSpPr>
        <p:spPr>
          <a:xfrm>
            <a:off x="5703475" y="2703705"/>
            <a:ext cx="2201700" cy="541200"/>
          </a:xfrm>
          <a:prstGeom prst="roundRect">
            <a:avLst>
              <a:gd fmla="val 6195" name="adj"/>
            </a:avLst>
          </a:prstGeom>
          <a:solidFill>
            <a:srgbClr val="CC4125">
              <a:alpha val="0"/>
            </a:srgbClr>
          </a:solidFill>
          <a:ln cap="flat" cmpd="sng" w="63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25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85" name="Google Shape;2685;p113"/>
          <p:cNvSpPr txBox="1"/>
          <p:nvPr/>
        </p:nvSpPr>
        <p:spPr>
          <a:xfrm>
            <a:off x="5723254" y="2729305"/>
            <a:ext cx="1999500" cy="1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450" lIns="60450" spcFirstLastPara="1" rIns="60450" wrap="square" tIns="6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27">
                <a:solidFill>
                  <a:srgbClr val="741B47"/>
                </a:solidFill>
                <a:latin typeface="Nunito"/>
                <a:ea typeface="Nunito"/>
                <a:cs typeface="Nunito"/>
                <a:sym typeface="Nunito"/>
              </a:rPr>
              <a:t>Admin &amp; Workflow</a:t>
            </a:r>
            <a:endParaRPr b="1" sz="1027">
              <a:solidFill>
                <a:srgbClr val="741B47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86" name="Google Shape;2686;p113"/>
          <p:cNvSpPr txBox="1"/>
          <p:nvPr/>
        </p:nvSpPr>
        <p:spPr>
          <a:xfrm>
            <a:off x="6313554" y="2909645"/>
            <a:ext cx="16038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8625" lIns="78625" spcFirstLastPara="1" rIns="78625" wrap="square" tIns="78625">
            <a:noAutofit/>
          </a:bodyPr>
          <a:lstStyle/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Magistrate Management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Product Master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Office Configuration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-89917" lvl="0" marL="67501" rtl="0" algn="l">
              <a:spcBef>
                <a:spcPts val="0"/>
              </a:spcBef>
              <a:spcAft>
                <a:spcPts val="0"/>
              </a:spcAft>
              <a:buClr>
                <a:srgbClr val="741B47"/>
              </a:buClr>
              <a:buSzPts val="516"/>
              <a:buFont typeface="Nunito Medium"/>
              <a:buChar char="❏"/>
            </a:pPr>
            <a:r>
              <a:rPr lang="en" sz="516">
                <a:solidFill>
                  <a:srgbClr val="741B47"/>
                </a:solidFill>
                <a:latin typeface="Nunito Medium"/>
                <a:ea typeface="Nunito Medium"/>
                <a:cs typeface="Nunito Medium"/>
                <a:sym typeface="Nunito Medium"/>
              </a:rPr>
              <a:t>Workflow</a:t>
            </a:r>
            <a:endParaRPr sz="516">
              <a:solidFill>
                <a:srgbClr val="741B47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  <p:sp>
        <p:nvSpPr>
          <p:cNvPr id="2687" name="Google Shape;2687;p113"/>
          <p:cNvSpPr/>
          <p:nvPr/>
        </p:nvSpPr>
        <p:spPr>
          <a:xfrm>
            <a:off x="817028" y="3337334"/>
            <a:ext cx="1603800" cy="15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 Black"/>
              <a:buNone/>
            </a:pPr>
            <a:r>
              <a:rPr b="1" lang="en" sz="1100">
                <a:solidFill>
                  <a:srgbClr val="0C343D"/>
                </a:solidFill>
                <a:latin typeface="Nunito"/>
                <a:ea typeface="Nunito"/>
                <a:cs typeface="Nunito"/>
                <a:sym typeface="Nunito"/>
              </a:rPr>
              <a:t>Module Catalogue</a:t>
            </a:r>
            <a:endParaRPr b="1" sz="1100">
              <a:solidFill>
                <a:srgbClr val="0C343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688" name="Google Shape;2688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1900" y="114132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9" name="Google Shape;2689;p1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5600" y="114132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0" name="Google Shape;2690;p1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9300" y="114132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1" name="Google Shape;2691;p1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59300" y="156411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2" name="Google Shape;2692;p1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95600" y="1564113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3" name="Google Shape;2693;p1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31900" y="1564113"/>
            <a:ext cx="300900" cy="300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94" name="Google Shape;2694;p113"/>
          <p:cNvGraphicFramePr/>
          <p:nvPr/>
        </p:nvGraphicFramePr>
        <p:xfrm>
          <a:off x="919313" y="3569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{D9114FF2-5FDB-4E9E-B8EF-CF93E602EDC2}</a:tableStyleId>
              </a:tblPr>
              <a:tblGrid>
                <a:gridCol w="463475"/>
                <a:gridCol w="2024200"/>
                <a:gridCol w="974625"/>
                <a:gridCol w="697225"/>
                <a:gridCol w="2000525"/>
                <a:gridCol w="970650"/>
              </a:tblGrid>
              <a:tr h="2352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Sl. No.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 anchor="ctr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 anchor="ctr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 anchor="ctr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Sl. No.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 anchor="ctr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Module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 anchor="ctr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No. of Features</a:t>
                      </a:r>
                      <a:endParaRPr b="1" sz="800">
                        <a:solidFill>
                          <a:srgbClr val="FFFFFF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22225" marB="22225" marR="28575" marL="28575" anchor="ctr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343D"/>
                    </a:solidFill>
                  </a:tcPr>
                </a:tc>
              </a:tr>
              <a:tr h="203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01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Mobile Court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18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05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Test Report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203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02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Product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5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06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Tracking &amp; Monitoring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3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03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Surveillance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10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07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Administration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FBFC"/>
                    </a:solidFill>
                  </a:tcPr>
                </a:tc>
              </a:tr>
              <a:tr h="281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04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Sample Management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7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97A7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08</a:t>
                      </a:r>
                      <a:endParaRPr b="1" sz="800">
                        <a:solidFill>
                          <a:srgbClr val="0097A7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Nunito"/>
                          <a:ea typeface="Nunito"/>
                          <a:cs typeface="Nunito"/>
                          <a:sym typeface="Nunito"/>
                        </a:rPr>
                        <a:t>Workflow Management (Future Phase)</a:t>
                      </a:r>
                      <a:endParaRPr sz="80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4B4B4B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b="1" sz="800">
                        <a:solidFill>
                          <a:srgbClr val="4B4B4B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19050" marB="19050" marR="28575" marL="28575">
                    <a:lnL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80808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695" name="Google Shape;2695;p1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16675" y="2332456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6" name="Google Shape;2696;p1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69800" y="236763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7" name="Google Shape;2697;p1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883030" y="236763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8" name="Google Shape;2698;p1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859300" y="290678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9" name="Google Shape;2699;p11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568875" y="2897080"/>
            <a:ext cx="300900" cy="3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0" name="Google Shape;2700;p1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215700" y="2863255"/>
            <a:ext cx="300900" cy="30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4" name="Shape 27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rangebd - New Slide Deck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